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265" r:id="rId3"/>
    <p:sldId id="266" r:id="rId4"/>
    <p:sldId id="268" r:id="rId5"/>
    <p:sldId id="257" r:id="rId6"/>
    <p:sldId id="259" r:id="rId7"/>
    <p:sldId id="276" r:id="rId8"/>
    <p:sldId id="277" r:id="rId9"/>
    <p:sldId id="278" r:id="rId10"/>
    <p:sldId id="279" r:id="rId11"/>
    <p:sldId id="281" r:id="rId12"/>
    <p:sldId id="302" r:id="rId13"/>
    <p:sldId id="301" r:id="rId14"/>
    <p:sldId id="284" r:id="rId15"/>
    <p:sldId id="286" r:id="rId16"/>
    <p:sldId id="287" r:id="rId17"/>
    <p:sldId id="300" r:id="rId18"/>
    <p:sldId id="288" r:id="rId19"/>
    <p:sldId id="292" r:id="rId20"/>
    <p:sldId id="291" r:id="rId21"/>
    <p:sldId id="290" r:id="rId22"/>
    <p:sldId id="294" r:id="rId23"/>
    <p:sldId id="295" r:id="rId24"/>
    <p:sldId id="271" r:id="rId25"/>
    <p:sldId id="305" r:id="rId26"/>
    <p:sldId id="298" r:id="rId27"/>
  </p:sldIdLst>
  <p:sldSz cx="12192000" cy="6858000"/>
  <p:notesSz cx="6858000"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68" d="100"/>
          <a:sy n="68" d="100"/>
        </p:scale>
        <p:origin x="90" y="210"/>
      </p:cViewPr>
      <p:guideLst/>
    </p:cSldViewPr>
  </p:slideViewPr>
  <p:notesTextViewPr>
    <p:cViewPr>
      <p:scale>
        <a:sx n="1" d="1"/>
        <a:sy n="1" d="1"/>
      </p:scale>
      <p:origin x="0" y="0"/>
    </p:cViewPr>
  </p:notesTextViewPr>
  <p:sorterViewPr>
    <p:cViewPr>
      <p:scale>
        <a:sx n="100" d="100"/>
        <a:sy n="100" d="100"/>
      </p:scale>
      <p:origin x="0" y="-51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548BEB-59FB-479D-BCBB-DC5E876FEE5E}" type="doc">
      <dgm:prSet loTypeId="urn:microsoft.com/office/officeart/2005/8/layout/vList2" loCatId="list" qsTypeId="urn:microsoft.com/office/officeart/2005/8/quickstyle/simple2" qsCatId="simple" csTypeId="urn:microsoft.com/office/officeart/2005/8/colors/accent1_2" csCatId="accent1"/>
      <dgm:spPr/>
      <dgm:t>
        <a:bodyPr/>
        <a:lstStyle/>
        <a:p>
          <a:endParaRPr lang="en-US"/>
        </a:p>
      </dgm:t>
    </dgm:pt>
    <dgm:pt modelId="{BC9D357B-45A7-40EE-B6C6-45FC1EEB1DEF}">
      <dgm:prSet/>
      <dgm:spPr/>
      <dgm:t>
        <a:bodyPr/>
        <a:lstStyle/>
        <a:p>
          <a:r>
            <a:rPr lang="en-GB" b="1"/>
            <a:t>COST OF MEDICATION ERRORS IN PUBLIC HEALTH FACILITIES OF EASTERN REGION, GHANA</a:t>
          </a:r>
          <a:br>
            <a:rPr lang="en-GB" b="1"/>
          </a:br>
          <a:r>
            <a:rPr lang="en-GB" b="1"/>
            <a:t>Van der Puije et. al, 2019</a:t>
          </a:r>
          <a:endParaRPr lang="en-US"/>
        </a:p>
      </dgm:t>
    </dgm:pt>
    <dgm:pt modelId="{2BEA942A-CDC2-477F-9401-D35DBCCBAF56}" type="parTrans" cxnId="{C676085A-B9C4-4EFF-B712-1121C0DD394C}">
      <dgm:prSet/>
      <dgm:spPr/>
      <dgm:t>
        <a:bodyPr/>
        <a:lstStyle/>
        <a:p>
          <a:endParaRPr lang="en-US"/>
        </a:p>
      </dgm:t>
    </dgm:pt>
    <dgm:pt modelId="{C1811E9B-C070-47D6-A74B-8FB497E81B94}" type="sibTrans" cxnId="{C676085A-B9C4-4EFF-B712-1121C0DD394C}">
      <dgm:prSet/>
      <dgm:spPr/>
      <dgm:t>
        <a:bodyPr/>
        <a:lstStyle/>
        <a:p>
          <a:endParaRPr lang="en-US"/>
        </a:p>
      </dgm:t>
    </dgm:pt>
    <dgm:pt modelId="{CFDC87E7-E3D9-43BB-A904-EC215893B9B8}" type="pres">
      <dgm:prSet presAssocID="{B6548BEB-59FB-479D-BCBB-DC5E876FEE5E}" presName="linear" presStyleCnt="0">
        <dgm:presLayoutVars>
          <dgm:animLvl val="lvl"/>
          <dgm:resizeHandles val="exact"/>
        </dgm:presLayoutVars>
      </dgm:prSet>
      <dgm:spPr/>
      <dgm:t>
        <a:bodyPr/>
        <a:lstStyle/>
        <a:p>
          <a:endParaRPr lang="en-US"/>
        </a:p>
      </dgm:t>
    </dgm:pt>
    <dgm:pt modelId="{BBFAE1D4-361D-4BCD-AD35-FBDA4451BCF1}" type="pres">
      <dgm:prSet presAssocID="{BC9D357B-45A7-40EE-B6C6-45FC1EEB1DEF}" presName="parentText" presStyleLbl="node1" presStyleIdx="0" presStyleCnt="1">
        <dgm:presLayoutVars>
          <dgm:chMax val="0"/>
          <dgm:bulletEnabled val="1"/>
        </dgm:presLayoutVars>
      </dgm:prSet>
      <dgm:spPr/>
      <dgm:t>
        <a:bodyPr/>
        <a:lstStyle/>
        <a:p>
          <a:endParaRPr lang="en-US"/>
        </a:p>
      </dgm:t>
    </dgm:pt>
  </dgm:ptLst>
  <dgm:cxnLst>
    <dgm:cxn modelId="{C676085A-B9C4-4EFF-B712-1121C0DD394C}" srcId="{B6548BEB-59FB-479D-BCBB-DC5E876FEE5E}" destId="{BC9D357B-45A7-40EE-B6C6-45FC1EEB1DEF}" srcOrd="0" destOrd="0" parTransId="{2BEA942A-CDC2-477F-9401-D35DBCCBAF56}" sibTransId="{C1811E9B-C070-47D6-A74B-8FB497E81B94}"/>
    <dgm:cxn modelId="{6D7A2D66-68C2-4EEA-956C-E2A18E8477C1}" type="presOf" srcId="{B6548BEB-59FB-479D-BCBB-DC5E876FEE5E}" destId="{CFDC87E7-E3D9-43BB-A904-EC215893B9B8}" srcOrd="0" destOrd="0" presId="urn:microsoft.com/office/officeart/2005/8/layout/vList2"/>
    <dgm:cxn modelId="{623E77F5-FF1C-42E6-882E-014B58FF3C3E}" type="presOf" srcId="{BC9D357B-45A7-40EE-B6C6-45FC1EEB1DEF}" destId="{BBFAE1D4-361D-4BCD-AD35-FBDA4451BCF1}" srcOrd="0" destOrd="0" presId="urn:microsoft.com/office/officeart/2005/8/layout/vList2"/>
    <dgm:cxn modelId="{B98E716C-3FC4-467B-B519-CE7F0F583726}" type="presParOf" srcId="{CFDC87E7-E3D9-43BB-A904-EC215893B9B8}" destId="{BBFAE1D4-361D-4BCD-AD35-FBDA4451BCF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261F65-1435-40BE-8327-345397D4686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7249A32-1DE2-44D8-BF20-0A46AAB98373}">
      <dgm:prSet custT="1"/>
      <dgm:spPr/>
      <dgm:t>
        <a:bodyPr/>
        <a:lstStyle/>
        <a:p>
          <a:r>
            <a:rPr lang="en-US" sz="2800" b="0" dirty="0"/>
            <a:t>Introduction</a:t>
          </a:r>
        </a:p>
      </dgm:t>
    </dgm:pt>
    <dgm:pt modelId="{901C0B6D-FF0B-4025-B32C-73906588CB02}" type="parTrans" cxnId="{1CDF94FD-B34A-49A6-B386-8676472E2E7F}">
      <dgm:prSet/>
      <dgm:spPr/>
      <dgm:t>
        <a:bodyPr/>
        <a:lstStyle/>
        <a:p>
          <a:endParaRPr lang="en-US" sz="2800" b="0" dirty="0"/>
        </a:p>
      </dgm:t>
    </dgm:pt>
    <dgm:pt modelId="{CF86E4F7-9906-4E97-A491-64D168E58BE3}" type="sibTrans" cxnId="{1CDF94FD-B34A-49A6-B386-8676472E2E7F}">
      <dgm:prSet/>
      <dgm:spPr/>
      <dgm:t>
        <a:bodyPr/>
        <a:lstStyle/>
        <a:p>
          <a:endParaRPr lang="en-US" sz="2800" b="0" dirty="0"/>
        </a:p>
      </dgm:t>
    </dgm:pt>
    <dgm:pt modelId="{D52874C7-E53D-49CC-9FAB-D2C775BDB949}">
      <dgm:prSet custT="1"/>
      <dgm:spPr/>
      <dgm:t>
        <a:bodyPr/>
        <a:lstStyle/>
        <a:p>
          <a:r>
            <a:rPr lang="en-US" sz="2800" b="0" dirty="0"/>
            <a:t>Objectives</a:t>
          </a:r>
        </a:p>
      </dgm:t>
    </dgm:pt>
    <dgm:pt modelId="{2B71D3DA-B0CF-44FA-954F-9A25B439292B}" type="parTrans" cxnId="{03432DE2-112C-45BB-9CE7-6CCF07F4BB4C}">
      <dgm:prSet/>
      <dgm:spPr/>
      <dgm:t>
        <a:bodyPr/>
        <a:lstStyle/>
        <a:p>
          <a:endParaRPr lang="en-US" sz="2800" b="0" dirty="0"/>
        </a:p>
      </dgm:t>
    </dgm:pt>
    <dgm:pt modelId="{7A8F1240-1A51-4DC6-9472-C938D02D8A8F}" type="sibTrans" cxnId="{03432DE2-112C-45BB-9CE7-6CCF07F4BB4C}">
      <dgm:prSet/>
      <dgm:spPr/>
      <dgm:t>
        <a:bodyPr/>
        <a:lstStyle/>
        <a:p>
          <a:endParaRPr lang="en-US" sz="2800" b="0" dirty="0"/>
        </a:p>
      </dgm:t>
    </dgm:pt>
    <dgm:pt modelId="{4F7630C3-2A7C-4651-A66A-0ABC7CBBC6B8}">
      <dgm:prSet custT="1"/>
      <dgm:spPr/>
      <dgm:t>
        <a:bodyPr/>
        <a:lstStyle/>
        <a:p>
          <a:r>
            <a:rPr lang="en-GB" sz="2800" b="0" dirty="0"/>
            <a:t>Materials &amp; Methods</a:t>
          </a:r>
          <a:endParaRPr lang="en-US" sz="2800" b="0" dirty="0"/>
        </a:p>
      </dgm:t>
    </dgm:pt>
    <dgm:pt modelId="{EA903752-0E24-4801-8985-D533D7E506B9}" type="parTrans" cxnId="{24B96E3D-BC9F-483E-A0F2-EC3F2FD1B20C}">
      <dgm:prSet/>
      <dgm:spPr/>
      <dgm:t>
        <a:bodyPr/>
        <a:lstStyle/>
        <a:p>
          <a:endParaRPr lang="en-US" sz="2800" b="0" dirty="0"/>
        </a:p>
      </dgm:t>
    </dgm:pt>
    <dgm:pt modelId="{E0E66766-F6C2-4209-87D0-5D12E808C243}" type="sibTrans" cxnId="{24B96E3D-BC9F-483E-A0F2-EC3F2FD1B20C}">
      <dgm:prSet/>
      <dgm:spPr/>
      <dgm:t>
        <a:bodyPr/>
        <a:lstStyle/>
        <a:p>
          <a:endParaRPr lang="en-US" sz="2800" b="0" dirty="0"/>
        </a:p>
      </dgm:t>
    </dgm:pt>
    <dgm:pt modelId="{E49F143C-12AA-4747-BB5E-1D195791263B}">
      <dgm:prSet custT="1"/>
      <dgm:spPr/>
      <dgm:t>
        <a:bodyPr/>
        <a:lstStyle/>
        <a:p>
          <a:r>
            <a:rPr lang="en-GB" sz="2800" b="0" dirty="0"/>
            <a:t>Results &amp; Discussion</a:t>
          </a:r>
          <a:endParaRPr lang="en-US" sz="2800" b="0" dirty="0"/>
        </a:p>
      </dgm:t>
    </dgm:pt>
    <dgm:pt modelId="{FFDC29B9-7CE7-46D5-BB50-6CE12BCEA423}" type="parTrans" cxnId="{557BFEF5-9730-4C27-9231-B83D4DE69D4B}">
      <dgm:prSet/>
      <dgm:spPr/>
      <dgm:t>
        <a:bodyPr/>
        <a:lstStyle/>
        <a:p>
          <a:endParaRPr lang="en-US" sz="2800" b="0" dirty="0"/>
        </a:p>
      </dgm:t>
    </dgm:pt>
    <dgm:pt modelId="{BDF93435-3624-4B01-A460-F03A3724E092}" type="sibTrans" cxnId="{557BFEF5-9730-4C27-9231-B83D4DE69D4B}">
      <dgm:prSet/>
      <dgm:spPr/>
      <dgm:t>
        <a:bodyPr/>
        <a:lstStyle/>
        <a:p>
          <a:endParaRPr lang="en-US" sz="2800" b="0" dirty="0"/>
        </a:p>
      </dgm:t>
    </dgm:pt>
    <dgm:pt modelId="{74182DA0-F6A8-4018-9083-E94205857E5E}">
      <dgm:prSet custT="1"/>
      <dgm:spPr/>
      <dgm:t>
        <a:bodyPr/>
        <a:lstStyle/>
        <a:p>
          <a:r>
            <a:rPr lang="en-GB" sz="2800" b="0" dirty="0"/>
            <a:t>Study Limitation</a:t>
          </a:r>
          <a:endParaRPr lang="en-US" sz="2800" b="0" dirty="0"/>
        </a:p>
      </dgm:t>
    </dgm:pt>
    <dgm:pt modelId="{C68B744C-9BB1-4F15-B982-6BEF18CD7F0D}" type="parTrans" cxnId="{1F09B696-B919-4FC7-BC14-B3A9FC02D8E6}">
      <dgm:prSet/>
      <dgm:spPr/>
      <dgm:t>
        <a:bodyPr/>
        <a:lstStyle/>
        <a:p>
          <a:endParaRPr lang="en-US" sz="2800" b="0" dirty="0"/>
        </a:p>
      </dgm:t>
    </dgm:pt>
    <dgm:pt modelId="{4FEC9CEF-5649-4DC7-A713-C9F9E1583574}" type="sibTrans" cxnId="{1F09B696-B919-4FC7-BC14-B3A9FC02D8E6}">
      <dgm:prSet/>
      <dgm:spPr/>
      <dgm:t>
        <a:bodyPr/>
        <a:lstStyle/>
        <a:p>
          <a:endParaRPr lang="en-US" sz="2800" b="0" dirty="0"/>
        </a:p>
      </dgm:t>
    </dgm:pt>
    <dgm:pt modelId="{58C3134C-8B64-4AE6-8F05-DC290E0464D4}">
      <dgm:prSet custT="1"/>
      <dgm:spPr/>
      <dgm:t>
        <a:bodyPr/>
        <a:lstStyle/>
        <a:p>
          <a:r>
            <a:rPr lang="en-GB" sz="2800" b="0" dirty="0"/>
            <a:t>Recommendation</a:t>
          </a:r>
          <a:endParaRPr lang="en-US" sz="2800" b="0" dirty="0"/>
        </a:p>
      </dgm:t>
    </dgm:pt>
    <dgm:pt modelId="{3658F7D4-AF61-43F3-B4B8-D0AE5F4B2A0C}" type="parTrans" cxnId="{9BE3B1B7-6593-40B1-82F8-143E16F28844}">
      <dgm:prSet/>
      <dgm:spPr/>
      <dgm:t>
        <a:bodyPr/>
        <a:lstStyle/>
        <a:p>
          <a:endParaRPr lang="en-US" sz="2800" b="0" dirty="0"/>
        </a:p>
      </dgm:t>
    </dgm:pt>
    <dgm:pt modelId="{305041EB-4A91-42DA-9AA9-E1E80B6301EE}" type="sibTrans" cxnId="{9BE3B1B7-6593-40B1-82F8-143E16F28844}">
      <dgm:prSet/>
      <dgm:spPr/>
      <dgm:t>
        <a:bodyPr/>
        <a:lstStyle/>
        <a:p>
          <a:endParaRPr lang="en-US" sz="2800" b="0" dirty="0"/>
        </a:p>
      </dgm:t>
    </dgm:pt>
    <dgm:pt modelId="{6480A46E-0F17-48A6-B9E2-7554CBFBF78F}">
      <dgm:prSet custT="1"/>
      <dgm:spPr/>
      <dgm:t>
        <a:bodyPr/>
        <a:lstStyle/>
        <a:p>
          <a:r>
            <a:rPr lang="en-US" sz="2800" b="0" dirty="0"/>
            <a:t>Conclusion</a:t>
          </a:r>
        </a:p>
      </dgm:t>
    </dgm:pt>
    <dgm:pt modelId="{8D080F84-61A7-4714-AE79-6F412C91DE3C}" type="parTrans" cxnId="{7C22D3CF-6E0A-4B54-B618-4FEFC8428596}">
      <dgm:prSet/>
      <dgm:spPr/>
      <dgm:t>
        <a:bodyPr/>
        <a:lstStyle/>
        <a:p>
          <a:endParaRPr lang="en-US" sz="2800" b="0" dirty="0"/>
        </a:p>
      </dgm:t>
    </dgm:pt>
    <dgm:pt modelId="{6C4079DC-AC4D-4CA3-963E-88DA0952858C}" type="sibTrans" cxnId="{7C22D3CF-6E0A-4B54-B618-4FEFC8428596}">
      <dgm:prSet/>
      <dgm:spPr/>
      <dgm:t>
        <a:bodyPr/>
        <a:lstStyle/>
        <a:p>
          <a:endParaRPr lang="en-US" sz="2800" b="0" dirty="0"/>
        </a:p>
      </dgm:t>
    </dgm:pt>
    <dgm:pt modelId="{B9063BF4-FAAD-4C00-AC18-4C091777F3DB}" type="pres">
      <dgm:prSet presAssocID="{4C261F65-1435-40BE-8327-345397D46864}" presName="vert0" presStyleCnt="0">
        <dgm:presLayoutVars>
          <dgm:dir/>
          <dgm:animOne val="branch"/>
          <dgm:animLvl val="lvl"/>
        </dgm:presLayoutVars>
      </dgm:prSet>
      <dgm:spPr/>
      <dgm:t>
        <a:bodyPr/>
        <a:lstStyle/>
        <a:p>
          <a:endParaRPr lang="en-US"/>
        </a:p>
      </dgm:t>
    </dgm:pt>
    <dgm:pt modelId="{A72690FE-BC39-4767-B681-BD02CB080728}" type="pres">
      <dgm:prSet presAssocID="{C7249A32-1DE2-44D8-BF20-0A46AAB98373}" presName="thickLine" presStyleLbl="alignNode1" presStyleIdx="0" presStyleCnt="7"/>
      <dgm:spPr/>
    </dgm:pt>
    <dgm:pt modelId="{7930F729-C4F1-437D-9803-2E5C3202598E}" type="pres">
      <dgm:prSet presAssocID="{C7249A32-1DE2-44D8-BF20-0A46AAB98373}" presName="horz1" presStyleCnt="0"/>
      <dgm:spPr/>
    </dgm:pt>
    <dgm:pt modelId="{9D6D67ED-E5BF-4E3C-A4A8-DDD94902F45E}" type="pres">
      <dgm:prSet presAssocID="{C7249A32-1DE2-44D8-BF20-0A46AAB98373}" presName="tx1" presStyleLbl="revTx" presStyleIdx="0" presStyleCnt="7"/>
      <dgm:spPr/>
      <dgm:t>
        <a:bodyPr/>
        <a:lstStyle/>
        <a:p>
          <a:endParaRPr lang="en-US"/>
        </a:p>
      </dgm:t>
    </dgm:pt>
    <dgm:pt modelId="{17310699-21A5-4F33-8F71-FB8E7B1F6024}" type="pres">
      <dgm:prSet presAssocID="{C7249A32-1DE2-44D8-BF20-0A46AAB98373}" presName="vert1" presStyleCnt="0"/>
      <dgm:spPr/>
    </dgm:pt>
    <dgm:pt modelId="{BFE20454-6191-4BD6-9005-38230E8AA5C5}" type="pres">
      <dgm:prSet presAssocID="{D52874C7-E53D-49CC-9FAB-D2C775BDB949}" presName="thickLine" presStyleLbl="alignNode1" presStyleIdx="1" presStyleCnt="7"/>
      <dgm:spPr/>
    </dgm:pt>
    <dgm:pt modelId="{B1F2304C-C432-4088-8F92-596B703D9A29}" type="pres">
      <dgm:prSet presAssocID="{D52874C7-E53D-49CC-9FAB-D2C775BDB949}" presName="horz1" presStyleCnt="0"/>
      <dgm:spPr/>
    </dgm:pt>
    <dgm:pt modelId="{01247C8B-A7EB-4FC2-BAAA-1ECEFBC224EE}" type="pres">
      <dgm:prSet presAssocID="{D52874C7-E53D-49CC-9FAB-D2C775BDB949}" presName="tx1" presStyleLbl="revTx" presStyleIdx="1" presStyleCnt="7"/>
      <dgm:spPr/>
      <dgm:t>
        <a:bodyPr/>
        <a:lstStyle/>
        <a:p>
          <a:endParaRPr lang="en-US"/>
        </a:p>
      </dgm:t>
    </dgm:pt>
    <dgm:pt modelId="{6317F818-F67A-42B8-8BDC-759958C710B9}" type="pres">
      <dgm:prSet presAssocID="{D52874C7-E53D-49CC-9FAB-D2C775BDB949}" presName="vert1" presStyleCnt="0"/>
      <dgm:spPr/>
    </dgm:pt>
    <dgm:pt modelId="{2AB75719-98C5-498C-A95C-953C36419089}" type="pres">
      <dgm:prSet presAssocID="{4F7630C3-2A7C-4651-A66A-0ABC7CBBC6B8}" presName="thickLine" presStyleLbl="alignNode1" presStyleIdx="2" presStyleCnt="7"/>
      <dgm:spPr/>
    </dgm:pt>
    <dgm:pt modelId="{BF1E8A73-1A0D-414E-AE79-04E828015A30}" type="pres">
      <dgm:prSet presAssocID="{4F7630C3-2A7C-4651-A66A-0ABC7CBBC6B8}" presName="horz1" presStyleCnt="0"/>
      <dgm:spPr/>
    </dgm:pt>
    <dgm:pt modelId="{BD5514B5-6CBD-41C2-AB55-22FCA6041069}" type="pres">
      <dgm:prSet presAssocID="{4F7630C3-2A7C-4651-A66A-0ABC7CBBC6B8}" presName="tx1" presStyleLbl="revTx" presStyleIdx="2" presStyleCnt="7"/>
      <dgm:spPr/>
      <dgm:t>
        <a:bodyPr/>
        <a:lstStyle/>
        <a:p>
          <a:endParaRPr lang="en-US"/>
        </a:p>
      </dgm:t>
    </dgm:pt>
    <dgm:pt modelId="{4AE649CC-0361-4AA7-BAC3-E18A80B0016B}" type="pres">
      <dgm:prSet presAssocID="{4F7630C3-2A7C-4651-A66A-0ABC7CBBC6B8}" presName="vert1" presStyleCnt="0"/>
      <dgm:spPr/>
    </dgm:pt>
    <dgm:pt modelId="{51B1C7C8-3C1E-48BF-8EA7-5172431209C8}" type="pres">
      <dgm:prSet presAssocID="{E49F143C-12AA-4747-BB5E-1D195791263B}" presName="thickLine" presStyleLbl="alignNode1" presStyleIdx="3" presStyleCnt="7"/>
      <dgm:spPr/>
    </dgm:pt>
    <dgm:pt modelId="{315C02D9-56FA-47D0-9EB7-1C680B81CDA7}" type="pres">
      <dgm:prSet presAssocID="{E49F143C-12AA-4747-BB5E-1D195791263B}" presName="horz1" presStyleCnt="0"/>
      <dgm:spPr/>
    </dgm:pt>
    <dgm:pt modelId="{1B06136D-3AC5-47B8-A921-B04367950F76}" type="pres">
      <dgm:prSet presAssocID="{E49F143C-12AA-4747-BB5E-1D195791263B}" presName="tx1" presStyleLbl="revTx" presStyleIdx="3" presStyleCnt="7"/>
      <dgm:spPr/>
      <dgm:t>
        <a:bodyPr/>
        <a:lstStyle/>
        <a:p>
          <a:endParaRPr lang="en-US"/>
        </a:p>
      </dgm:t>
    </dgm:pt>
    <dgm:pt modelId="{FD878A7B-CB8E-4E21-8393-E367D64EA626}" type="pres">
      <dgm:prSet presAssocID="{E49F143C-12AA-4747-BB5E-1D195791263B}" presName="vert1" presStyleCnt="0"/>
      <dgm:spPr/>
    </dgm:pt>
    <dgm:pt modelId="{2B7C4781-9CAB-49B3-B4C5-CCE06ADB7E72}" type="pres">
      <dgm:prSet presAssocID="{74182DA0-F6A8-4018-9083-E94205857E5E}" presName="thickLine" presStyleLbl="alignNode1" presStyleIdx="4" presStyleCnt="7"/>
      <dgm:spPr/>
    </dgm:pt>
    <dgm:pt modelId="{8E6098BA-E149-43BC-A615-858426684BD6}" type="pres">
      <dgm:prSet presAssocID="{74182DA0-F6A8-4018-9083-E94205857E5E}" presName="horz1" presStyleCnt="0"/>
      <dgm:spPr/>
    </dgm:pt>
    <dgm:pt modelId="{25E9B372-CD60-43DD-8B01-50D92530EFAA}" type="pres">
      <dgm:prSet presAssocID="{74182DA0-F6A8-4018-9083-E94205857E5E}" presName="tx1" presStyleLbl="revTx" presStyleIdx="4" presStyleCnt="7"/>
      <dgm:spPr/>
      <dgm:t>
        <a:bodyPr/>
        <a:lstStyle/>
        <a:p>
          <a:endParaRPr lang="en-US"/>
        </a:p>
      </dgm:t>
    </dgm:pt>
    <dgm:pt modelId="{D082EE8B-2BE7-4D3C-9AA0-15B60B099C48}" type="pres">
      <dgm:prSet presAssocID="{74182DA0-F6A8-4018-9083-E94205857E5E}" presName="vert1" presStyleCnt="0"/>
      <dgm:spPr/>
    </dgm:pt>
    <dgm:pt modelId="{8D6CA117-950C-4C54-AC1F-4FE80D0948CE}" type="pres">
      <dgm:prSet presAssocID="{58C3134C-8B64-4AE6-8F05-DC290E0464D4}" presName="thickLine" presStyleLbl="alignNode1" presStyleIdx="5" presStyleCnt="7"/>
      <dgm:spPr/>
    </dgm:pt>
    <dgm:pt modelId="{BB190B69-64FC-4A32-BA17-EFDD06C7D36A}" type="pres">
      <dgm:prSet presAssocID="{58C3134C-8B64-4AE6-8F05-DC290E0464D4}" presName="horz1" presStyleCnt="0"/>
      <dgm:spPr/>
    </dgm:pt>
    <dgm:pt modelId="{38D82870-E9C6-4E49-A435-B82CC05B1B8C}" type="pres">
      <dgm:prSet presAssocID="{58C3134C-8B64-4AE6-8F05-DC290E0464D4}" presName="tx1" presStyleLbl="revTx" presStyleIdx="5" presStyleCnt="7"/>
      <dgm:spPr/>
      <dgm:t>
        <a:bodyPr/>
        <a:lstStyle/>
        <a:p>
          <a:endParaRPr lang="en-US"/>
        </a:p>
      </dgm:t>
    </dgm:pt>
    <dgm:pt modelId="{50BA5CCA-4A12-4F62-B32F-B3C34CD700E8}" type="pres">
      <dgm:prSet presAssocID="{58C3134C-8B64-4AE6-8F05-DC290E0464D4}" presName="vert1" presStyleCnt="0"/>
      <dgm:spPr/>
    </dgm:pt>
    <dgm:pt modelId="{25F0F2D8-A2F8-43B5-A889-F60BAE933F40}" type="pres">
      <dgm:prSet presAssocID="{6480A46E-0F17-48A6-B9E2-7554CBFBF78F}" presName="thickLine" presStyleLbl="alignNode1" presStyleIdx="6" presStyleCnt="7"/>
      <dgm:spPr/>
    </dgm:pt>
    <dgm:pt modelId="{DE88C970-C481-4E95-980D-FD8D47263942}" type="pres">
      <dgm:prSet presAssocID="{6480A46E-0F17-48A6-B9E2-7554CBFBF78F}" presName="horz1" presStyleCnt="0"/>
      <dgm:spPr/>
    </dgm:pt>
    <dgm:pt modelId="{A30B701D-D909-4B18-9527-51E0266D17E1}" type="pres">
      <dgm:prSet presAssocID="{6480A46E-0F17-48A6-B9E2-7554CBFBF78F}" presName="tx1" presStyleLbl="revTx" presStyleIdx="6" presStyleCnt="7"/>
      <dgm:spPr/>
      <dgm:t>
        <a:bodyPr/>
        <a:lstStyle/>
        <a:p>
          <a:endParaRPr lang="en-US"/>
        </a:p>
      </dgm:t>
    </dgm:pt>
    <dgm:pt modelId="{6593144B-806F-4690-8704-C2D72B6A8777}" type="pres">
      <dgm:prSet presAssocID="{6480A46E-0F17-48A6-B9E2-7554CBFBF78F}" presName="vert1" presStyleCnt="0"/>
      <dgm:spPr/>
    </dgm:pt>
  </dgm:ptLst>
  <dgm:cxnLst>
    <dgm:cxn modelId="{1F09B696-B919-4FC7-BC14-B3A9FC02D8E6}" srcId="{4C261F65-1435-40BE-8327-345397D46864}" destId="{74182DA0-F6A8-4018-9083-E94205857E5E}" srcOrd="4" destOrd="0" parTransId="{C68B744C-9BB1-4F15-B982-6BEF18CD7F0D}" sibTransId="{4FEC9CEF-5649-4DC7-A713-C9F9E1583574}"/>
    <dgm:cxn modelId="{FA0B6FA1-8198-4E52-A1A5-0CAE1C5727BC}" type="presOf" srcId="{C7249A32-1DE2-44D8-BF20-0A46AAB98373}" destId="{9D6D67ED-E5BF-4E3C-A4A8-DDD94902F45E}" srcOrd="0" destOrd="0" presId="urn:microsoft.com/office/officeart/2008/layout/LinedList"/>
    <dgm:cxn modelId="{34F60207-26C1-4DD4-ADBF-95D6DFA28F66}" type="presOf" srcId="{E49F143C-12AA-4747-BB5E-1D195791263B}" destId="{1B06136D-3AC5-47B8-A921-B04367950F76}" srcOrd="0" destOrd="0" presId="urn:microsoft.com/office/officeart/2008/layout/LinedList"/>
    <dgm:cxn modelId="{F0E547B0-4400-4726-B77A-7E9B17EDF009}" type="presOf" srcId="{58C3134C-8B64-4AE6-8F05-DC290E0464D4}" destId="{38D82870-E9C6-4E49-A435-B82CC05B1B8C}" srcOrd="0" destOrd="0" presId="urn:microsoft.com/office/officeart/2008/layout/LinedList"/>
    <dgm:cxn modelId="{074B9BB2-4357-407B-9B0C-77D3B3DB81C9}" type="presOf" srcId="{4C261F65-1435-40BE-8327-345397D46864}" destId="{B9063BF4-FAAD-4C00-AC18-4C091777F3DB}" srcOrd="0" destOrd="0" presId="urn:microsoft.com/office/officeart/2008/layout/LinedList"/>
    <dgm:cxn modelId="{7C22D3CF-6E0A-4B54-B618-4FEFC8428596}" srcId="{4C261F65-1435-40BE-8327-345397D46864}" destId="{6480A46E-0F17-48A6-B9E2-7554CBFBF78F}" srcOrd="6" destOrd="0" parTransId="{8D080F84-61A7-4714-AE79-6F412C91DE3C}" sibTransId="{6C4079DC-AC4D-4CA3-963E-88DA0952858C}"/>
    <dgm:cxn modelId="{4A5A03F1-3C07-42D8-86D3-7B1EBE4B5714}" type="presOf" srcId="{4F7630C3-2A7C-4651-A66A-0ABC7CBBC6B8}" destId="{BD5514B5-6CBD-41C2-AB55-22FCA6041069}" srcOrd="0" destOrd="0" presId="urn:microsoft.com/office/officeart/2008/layout/LinedList"/>
    <dgm:cxn modelId="{1CDF94FD-B34A-49A6-B386-8676472E2E7F}" srcId="{4C261F65-1435-40BE-8327-345397D46864}" destId="{C7249A32-1DE2-44D8-BF20-0A46AAB98373}" srcOrd="0" destOrd="0" parTransId="{901C0B6D-FF0B-4025-B32C-73906588CB02}" sibTransId="{CF86E4F7-9906-4E97-A491-64D168E58BE3}"/>
    <dgm:cxn modelId="{24B96E3D-BC9F-483E-A0F2-EC3F2FD1B20C}" srcId="{4C261F65-1435-40BE-8327-345397D46864}" destId="{4F7630C3-2A7C-4651-A66A-0ABC7CBBC6B8}" srcOrd="2" destOrd="0" parTransId="{EA903752-0E24-4801-8985-D533D7E506B9}" sibTransId="{E0E66766-F6C2-4209-87D0-5D12E808C243}"/>
    <dgm:cxn modelId="{03432DE2-112C-45BB-9CE7-6CCF07F4BB4C}" srcId="{4C261F65-1435-40BE-8327-345397D46864}" destId="{D52874C7-E53D-49CC-9FAB-D2C775BDB949}" srcOrd="1" destOrd="0" parTransId="{2B71D3DA-B0CF-44FA-954F-9A25B439292B}" sibTransId="{7A8F1240-1A51-4DC6-9472-C938D02D8A8F}"/>
    <dgm:cxn modelId="{3C3235FC-4E1C-4159-8EC2-231003466728}" type="presOf" srcId="{D52874C7-E53D-49CC-9FAB-D2C775BDB949}" destId="{01247C8B-A7EB-4FC2-BAAA-1ECEFBC224EE}" srcOrd="0" destOrd="0" presId="urn:microsoft.com/office/officeart/2008/layout/LinedList"/>
    <dgm:cxn modelId="{34DC0E2C-D0A4-483D-8DD1-275926A0393D}" type="presOf" srcId="{6480A46E-0F17-48A6-B9E2-7554CBFBF78F}" destId="{A30B701D-D909-4B18-9527-51E0266D17E1}" srcOrd="0" destOrd="0" presId="urn:microsoft.com/office/officeart/2008/layout/LinedList"/>
    <dgm:cxn modelId="{3366829B-3138-4A24-8978-D491DCA7C941}" type="presOf" srcId="{74182DA0-F6A8-4018-9083-E94205857E5E}" destId="{25E9B372-CD60-43DD-8B01-50D92530EFAA}" srcOrd="0" destOrd="0" presId="urn:microsoft.com/office/officeart/2008/layout/LinedList"/>
    <dgm:cxn modelId="{557BFEF5-9730-4C27-9231-B83D4DE69D4B}" srcId="{4C261F65-1435-40BE-8327-345397D46864}" destId="{E49F143C-12AA-4747-BB5E-1D195791263B}" srcOrd="3" destOrd="0" parTransId="{FFDC29B9-7CE7-46D5-BB50-6CE12BCEA423}" sibTransId="{BDF93435-3624-4B01-A460-F03A3724E092}"/>
    <dgm:cxn modelId="{9BE3B1B7-6593-40B1-82F8-143E16F28844}" srcId="{4C261F65-1435-40BE-8327-345397D46864}" destId="{58C3134C-8B64-4AE6-8F05-DC290E0464D4}" srcOrd="5" destOrd="0" parTransId="{3658F7D4-AF61-43F3-B4B8-D0AE5F4B2A0C}" sibTransId="{305041EB-4A91-42DA-9AA9-E1E80B6301EE}"/>
    <dgm:cxn modelId="{0FE706E0-9177-4A49-BF00-C20FDD2228CC}" type="presParOf" srcId="{B9063BF4-FAAD-4C00-AC18-4C091777F3DB}" destId="{A72690FE-BC39-4767-B681-BD02CB080728}" srcOrd="0" destOrd="0" presId="urn:microsoft.com/office/officeart/2008/layout/LinedList"/>
    <dgm:cxn modelId="{1C7B35A4-A705-4FD0-8FA9-21552367A8E6}" type="presParOf" srcId="{B9063BF4-FAAD-4C00-AC18-4C091777F3DB}" destId="{7930F729-C4F1-437D-9803-2E5C3202598E}" srcOrd="1" destOrd="0" presId="urn:microsoft.com/office/officeart/2008/layout/LinedList"/>
    <dgm:cxn modelId="{4071AD00-58FC-4AB5-9849-3C7CB3363B21}" type="presParOf" srcId="{7930F729-C4F1-437D-9803-2E5C3202598E}" destId="{9D6D67ED-E5BF-4E3C-A4A8-DDD94902F45E}" srcOrd="0" destOrd="0" presId="urn:microsoft.com/office/officeart/2008/layout/LinedList"/>
    <dgm:cxn modelId="{1DF085B5-AEDC-460A-B3EF-4B0CA872326B}" type="presParOf" srcId="{7930F729-C4F1-437D-9803-2E5C3202598E}" destId="{17310699-21A5-4F33-8F71-FB8E7B1F6024}" srcOrd="1" destOrd="0" presId="urn:microsoft.com/office/officeart/2008/layout/LinedList"/>
    <dgm:cxn modelId="{14417862-67DC-4AE5-8E96-4C64084E937F}" type="presParOf" srcId="{B9063BF4-FAAD-4C00-AC18-4C091777F3DB}" destId="{BFE20454-6191-4BD6-9005-38230E8AA5C5}" srcOrd="2" destOrd="0" presId="urn:microsoft.com/office/officeart/2008/layout/LinedList"/>
    <dgm:cxn modelId="{3982C39C-ED4B-4ECE-ACC3-97F1C965844A}" type="presParOf" srcId="{B9063BF4-FAAD-4C00-AC18-4C091777F3DB}" destId="{B1F2304C-C432-4088-8F92-596B703D9A29}" srcOrd="3" destOrd="0" presId="urn:microsoft.com/office/officeart/2008/layout/LinedList"/>
    <dgm:cxn modelId="{57925AD6-A4CA-4DA0-8CDA-A76CE312ABB7}" type="presParOf" srcId="{B1F2304C-C432-4088-8F92-596B703D9A29}" destId="{01247C8B-A7EB-4FC2-BAAA-1ECEFBC224EE}" srcOrd="0" destOrd="0" presId="urn:microsoft.com/office/officeart/2008/layout/LinedList"/>
    <dgm:cxn modelId="{13220B99-51F1-4CBE-B781-20414E8AA067}" type="presParOf" srcId="{B1F2304C-C432-4088-8F92-596B703D9A29}" destId="{6317F818-F67A-42B8-8BDC-759958C710B9}" srcOrd="1" destOrd="0" presId="urn:microsoft.com/office/officeart/2008/layout/LinedList"/>
    <dgm:cxn modelId="{652CEC14-4D29-41E4-8058-EA718F682F54}" type="presParOf" srcId="{B9063BF4-FAAD-4C00-AC18-4C091777F3DB}" destId="{2AB75719-98C5-498C-A95C-953C36419089}" srcOrd="4" destOrd="0" presId="urn:microsoft.com/office/officeart/2008/layout/LinedList"/>
    <dgm:cxn modelId="{66395F52-F2D8-4D64-BF79-E5381D078FE6}" type="presParOf" srcId="{B9063BF4-FAAD-4C00-AC18-4C091777F3DB}" destId="{BF1E8A73-1A0D-414E-AE79-04E828015A30}" srcOrd="5" destOrd="0" presId="urn:microsoft.com/office/officeart/2008/layout/LinedList"/>
    <dgm:cxn modelId="{BBCA827C-5224-4259-9490-4B940A3ED600}" type="presParOf" srcId="{BF1E8A73-1A0D-414E-AE79-04E828015A30}" destId="{BD5514B5-6CBD-41C2-AB55-22FCA6041069}" srcOrd="0" destOrd="0" presId="urn:microsoft.com/office/officeart/2008/layout/LinedList"/>
    <dgm:cxn modelId="{7673611D-EAF8-4FBE-B944-4836589B2F29}" type="presParOf" srcId="{BF1E8A73-1A0D-414E-AE79-04E828015A30}" destId="{4AE649CC-0361-4AA7-BAC3-E18A80B0016B}" srcOrd="1" destOrd="0" presId="urn:microsoft.com/office/officeart/2008/layout/LinedList"/>
    <dgm:cxn modelId="{0A757C06-3BF1-49F8-B69D-409ECC918E47}" type="presParOf" srcId="{B9063BF4-FAAD-4C00-AC18-4C091777F3DB}" destId="{51B1C7C8-3C1E-48BF-8EA7-5172431209C8}" srcOrd="6" destOrd="0" presId="urn:microsoft.com/office/officeart/2008/layout/LinedList"/>
    <dgm:cxn modelId="{66537A93-92F6-46B2-9BC3-D4E61617A019}" type="presParOf" srcId="{B9063BF4-FAAD-4C00-AC18-4C091777F3DB}" destId="{315C02D9-56FA-47D0-9EB7-1C680B81CDA7}" srcOrd="7" destOrd="0" presId="urn:microsoft.com/office/officeart/2008/layout/LinedList"/>
    <dgm:cxn modelId="{33BC49DA-600D-43F6-915D-3B6B1171B9C9}" type="presParOf" srcId="{315C02D9-56FA-47D0-9EB7-1C680B81CDA7}" destId="{1B06136D-3AC5-47B8-A921-B04367950F76}" srcOrd="0" destOrd="0" presId="urn:microsoft.com/office/officeart/2008/layout/LinedList"/>
    <dgm:cxn modelId="{1459BFFE-C270-4263-884F-C80A8D5B7C08}" type="presParOf" srcId="{315C02D9-56FA-47D0-9EB7-1C680B81CDA7}" destId="{FD878A7B-CB8E-4E21-8393-E367D64EA626}" srcOrd="1" destOrd="0" presId="urn:microsoft.com/office/officeart/2008/layout/LinedList"/>
    <dgm:cxn modelId="{9B3B5F59-F51B-4C1C-805E-2F37C030FEB3}" type="presParOf" srcId="{B9063BF4-FAAD-4C00-AC18-4C091777F3DB}" destId="{2B7C4781-9CAB-49B3-B4C5-CCE06ADB7E72}" srcOrd="8" destOrd="0" presId="urn:microsoft.com/office/officeart/2008/layout/LinedList"/>
    <dgm:cxn modelId="{44674277-2BBF-4094-9B3B-7C87567118E7}" type="presParOf" srcId="{B9063BF4-FAAD-4C00-AC18-4C091777F3DB}" destId="{8E6098BA-E149-43BC-A615-858426684BD6}" srcOrd="9" destOrd="0" presId="urn:microsoft.com/office/officeart/2008/layout/LinedList"/>
    <dgm:cxn modelId="{05CC588B-C159-4BE4-8802-C0570CC12243}" type="presParOf" srcId="{8E6098BA-E149-43BC-A615-858426684BD6}" destId="{25E9B372-CD60-43DD-8B01-50D92530EFAA}" srcOrd="0" destOrd="0" presId="urn:microsoft.com/office/officeart/2008/layout/LinedList"/>
    <dgm:cxn modelId="{1537529C-18C0-461E-878C-713C07776393}" type="presParOf" srcId="{8E6098BA-E149-43BC-A615-858426684BD6}" destId="{D082EE8B-2BE7-4D3C-9AA0-15B60B099C48}" srcOrd="1" destOrd="0" presId="urn:microsoft.com/office/officeart/2008/layout/LinedList"/>
    <dgm:cxn modelId="{80CB781D-5D16-4F23-B2AB-BEB5FBB099A7}" type="presParOf" srcId="{B9063BF4-FAAD-4C00-AC18-4C091777F3DB}" destId="{8D6CA117-950C-4C54-AC1F-4FE80D0948CE}" srcOrd="10" destOrd="0" presId="urn:microsoft.com/office/officeart/2008/layout/LinedList"/>
    <dgm:cxn modelId="{DA0C997B-1F00-45A5-B862-99FDBD35FC64}" type="presParOf" srcId="{B9063BF4-FAAD-4C00-AC18-4C091777F3DB}" destId="{BB190B69-64FC-4A32-BA17-EFDD06C7D36A}" srcOrd="11" destOrd="0" presId="urn:microsoft.com/office/officeart/2008/layout/LinedList"/>
    <dgm:cxn modelId="{04B9E88D-0582-4ABA-B4C4-F30E89C83A97}" type="presParOf" srcId="{BB190B69-64FC-4A32-BA17-EFDD06C7D36A}" destId="{38D82870-E9C6-4E49-A435-B82CC05B1B8C}" srcOrd="0" destOrd="0" presId="urn:microsoft.com/office/officeart/2008/layout/LinedList"/>
    <dgm:cxn modelId="{775040E7-F4CA-4E09-AEE4-69114EC73D90}" type="presParOf" srcId="{BB190B69-64FC-4A32-BA17-EFDD06C7D36A}" destId="{50BA5CCA-4A12-4F62-B32F-B3C34CD700E8}" srcOrd="1" destOrd="0" presId="urn:microsoft.com/office/officeart/2008/layout/LinedList"/>
    <dgm:cxn modelId="{9CB77C4D-538D-41DD-B12A-1649F1902E85}" type="presParOf" srcId="{B9063BF4-FAAD-4C00-AC18-4C091777F3DB}" destId="{25F0F2D8-A2F8-43B5-A889-F60BAE933F40}" srcOrd="12" destOrd="0" presId="urn:microsoft.com/office/officeart/2008/layout/LinedList"/>
    <dgm:cxn modelId="{B705B51E-1915-415E-900A-C51D718D1882}" type="presParOf" srcId="{B9063BF4-FAAD-4C00-AC18-4C091777F3DB}" destId="{DE88C970-C481-4E95-980D-FD8D47263942}" srcOrd="13" destOrd="0" presId="urn:microsoft.com/office/officeart/2008/layout/LinedList"/>
    <dgm:cxn modelId="{C5C171A6-11D0-4945-B62C-4B6EE6A106EE}" type="presParOf" srcId="{DE88C970-C481-4E95-980D-FD8D47263942}" destId="{A30B701D-D909-4B18-9527-51E0266D17E1}" srcOrd="0" destOrd="0" presId="urn:microsoft.com/office/officeart/2008/layout/LinedList"/>
    <dgm:cxn modelId="{A0D24291-5CA9-4FE8-B393-A3E0958239B3}" type="presParOf" srcId="{DE88C970-C481-4E95-980D-FD8D47263942}" destId="{6593144B-806F-4690-8704-C2D72B6A877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E6A578-E0CD-4987-963E-8532FE876CE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5526CB45-C66D-4FCB-8A0E-476B701508FB}">
      <dgm:prSet/>
      <dgm:spPr/>
      <dgm:t>
        <a:bodyPr/>
        <a:lstStyle/>
        <a:p>
          <a:pPr algn="ctr"/>
          <a:r>
            <a:rPr lang="en-GB" dirty="0"/>
            <a:t>Medication error is defined as any preventable event that may cause or lead to inappropriate medication use or patient harm, while the medication is in the control of health care professional, patient or consumer. Such events may be related to; </a:t>
          </a:r>
          <a:endParaRPr lang="en-US" dirty="0"/>
        </a:p>
      </dgm:t>
    </dgm:pt>
    <dgm:pt modelId="{2300E01E-3516-4BBC-B764-3C3041AC6C90}" type="parTrans" cxnId="{BA85CE7F-B67B-4FA6-B02B-C2B55EC6B15C}">
      <dgm:prSet/>
      <dgm:spPr/>
      <dgm:t>
        <a:bodyPr/>
        <a:lstStyle/>
        <a:p>
          <a:endParaRPr lang="en-US"/>
        </a:p>
      </dgm:t>
    </dgm:pt>
    <dgm:pt modelId="{7881919E-DEFA-4533-99E7-C6B4193070C9}" type="sibTrans" cxnId="{BA85CE7F-B67B-4FA6-B02B-C2B55EC6B15C}">
      <dgm:prSet/>
      <dgm:spPr/>
      <dgm:t>
        <a:bodyPr/>
        <a:lstStyle/>
        <a:p>
          <a:endParaRPr lang="en-US"/>
        </a:p>
      </dgm:t>
    </dgm:pt>
    <dgm:pt modelId="{AC8926FA-410B-414A-9E27-7E5CAA51E527}">
      <dgm:prSet/>
      <dgm:spPr/>
      <dgm:t>
        <a:bodyPr/>
        <a:lstStyle/>
        <a:p>
          <a:r>
            <a:rPr lang="en-GB" b="1" dirty="0"/>
            <a:t>professional practice</a:t>
          </a:r>
          <a:endParaRPr lang="en-US" b="1" dirty="0"/>
        </a:p>
      </dgm:t>
    </dgm:pt>
    <dgm:pt modelId="{F82D3D99-6C9E-4567-BBA1-079ED6601DF1}" type="parTrans" cxnId="{82F68A90-45D6-493F-879B-F81B986C201E}">
      <dgm:prSet/>
      <dgm:spPr/>
      <dgm:t>
        <a:bodyPr/>
        <a:lstStyle/>
        <a:p>
          <a:endParaRPr lang="en-US"/>
        </a:p>
      </dgm:t>
    </dgm:pt>
    <dgm:pt modelId="{0F1D9448-3BE0-4277-A210-EEE49789DC75}" type="sibTrans" cxnId="{82F68A90-45D6-493F-879B-F81B986C201E}">
      <dgm:prSet/>
      <dgm:spPr/>
      <dgm:t>
        <a:bodyPr/>
        <a:lstStyle/>
        <a:p>
          <a:endParaRPr lang="en-US"/>
        </a:p>
      </dgm:t>
    </dgm:pt>
    <dgm:pt modelId="{1808A6EF-D73F-4BFA-A0AA-1B94C3A215F5}">
      <dgm:prSet/>
      <dgm:spPr/>
      <dgm:t>
        <a:bodyPr/>
        <a:lstStyle/>
        <a:p>
          <a:r>
            <a:rPr lang="en-GB" b="1" dirty="0"/>
            <a:t>health care products</a:t>
          </a:r>
          <a:endParaRPr lang="en-US" b="1" dirty="0"/>
        </a:p>
      </dgm:t>
    </dgm:pt>
    <dgm:pt modelId="{1465C2EB-F786-4383-AA1D-E32EEE454855}" type="parTrans" cxnId="{AEC15782-8E56-4491-9FD6-89CB5B156069}">
      <dgm:prSet/>
      <dgm:spPr/>
      <dgm:t>
        <a:bodyPr/>
        <a:lstStyle/>
        <a:p>
          <a:endParaRPr lang="en-US"/>
        </a:p>
      </dgm:t>
    </dgm:pt>
    <dgm:pt modelId="{A6FEFD58-44D3-40F0-AFD1-A9A1E9B55430}" type="sibTrans" cxnId="{AEC15782-8E56-4491-9FD6-89CB5B156069}">
      <dgm:prSet/>
      <dgm:spPr/>
      <dgm:t>
        <a:bodyPr/>
        <a:lstStyle/>
        <a:p>
          <a:endParaRPr lang="en-US"/>
        </a:p>
      </dgm:t>
    </dgm:pt>
    <dgm:pt modelId="{1C243DCD-D772-4A41-A06E-C2BB362D27DF}">
      <dgm:prSet/>
      <dgm:spPr/>
      <dgm:t>
        <a:bodyPr/>
        <a:lstStyle/>
        <a:p>
          <a:r>
            <a:rPr lang="en-GB" b="1" dirty="0"/>
            <a:t>procedures and systems including prescribing, dispensing and administration</a:t>
          </a:r>
          <a:r>
            <a:rPr lang="en-GB" dirty="0"/>
            <a:t>. </a:t>
          </a:r>
          <a:endParaRPr lang="en-US" dirty="0"/>
        </a:p>
      </dgm:t>
    </dgm:pt>
    <dgm:pt modelId="{2E1CB0BF-1A62-489F-A3D1-6EC5F5741266}" type="parTrans" cxnId="{E37D1AE1-72EC-41F9-ABFE-CAB6D34057BC}">
      <dgm:prSet/>
      <dgm:spPr/>
      <dgm:t>
        <a:bodyPr/>
        <a:lstStyle/>
        <a:p>
          <a:endParaRPr lang="en-US"/>
        </a:p>
      </dgm:t>
    </dgm:pt>
    <dgm:pt modelId="{19759F8C-0AC4-4A9F-A47A-FCEDC849E851}" type="sibTrans" cxnId="{E37D1AE1-72EC-41F9-ABFE-CAB6D34057BC}">
      <dgm:prSet/>
      <dgm:spPr/>
      <dgm:t>
        <a:bodyPr/>
        <a:lstStyle/>
        <a:p>
          <a:endParaRPr lang="en-US"/>
        </a:p>
      </dgm:t>
    </dgm:pt>
    <dgm:pt modelId="{FA7F2AD2-CD2C-4607-90CE-0A7FF0DBB9E5}" type="pres">
      <dgm:prSet presAssocID="{FCE6A578-E0CD-4987-963E-8532FE876CEA}" presName="hierChild1" presStyleCnt="0">
        <dgm:presLayoutVars>
          <dgm:chPref val="1"/>
          <dgm:dir/>
          <dgm:animOne val="branch"/>
          <dgm:animLvl val="lvl"/>
          <dgm:resizeHandles/>
        </dgm:presLayoutVars>
      </dgm:prSet>
      <dgm:spPr/>
      <dgm:t>
        <a:bodyPr/>
        <a:lstStyle/>
        <a:p>
          <a:endParaRPr lang="en-US"/>
        </a:p>
      </dgm:t>
    </dgm:pt>
    <dgm:pt modelId="{92558DA9-A8B4-41B3-8007-598D1C2A68EF}" type="pres">
      <dgm:prSet presAssocID="{5526CB45-C66D-4FCB-8A0E-476B701508FB}" presName="hierRoot1" presStyleCnt="0"/>
      <dgm:spPr/>
    </dgm:pt>
    <dgm:pt modelId="{A90C0D5D-8ABA-48E8-855C-82A2E18FB651}" type="pres">
      <dgm:prSet presAssocID="{5526CB45-C66D-4FCB-8A0E-476B701508FB}" presName="composite" presStyleCnt="0"/>
      <dgm:spPr/>
    </dgm:pt>
    <dgm:pt modelId="{73B784BB-DDA8-4F71-8CD8-4FB75DD7947B}" type="pres">
      <dgm:prSet presAssocID="{5526CB45-C66D-4FCB-8A0E-476B701508FB}" presName="background" presStyleLbl="node0" presStyleIdx="0" presStyleCnt="1"/>
      <dgm:spPr/>
    </dgm:pt>
    <dgm:pt modelId="{BA9AB2C8-2235-408B-9C81-91FBE66771B8}" type="pres">
      <dgm:prSet presAssocID="{5526CB45-C66D-4FCB-8A0E-476B701508FB}" presName="text" presStyleLbl="fgAcc0" presStyleIdx="0" presStyleCnt="1" custScaleX="177097">
        <dgm:presLayoutVars>
          <dgm:chPref val="3"/>
        </dgm:presLayoutVars>
      </dgm:prSet>
      <dgm:spPr/>
      <dgm:t>
        <a:bodyPr/>
        <a:lstStyle/>
        <a:p>
          <a:endParaRPr lang="en-US"/>
        </a:p>
      </dgm:t>
    </dgm:pt>
    <dgm:pt modelId="{FFE03082-DDE2-4376-924E-BBFC184F607C}" type="pres">
      <dgm:prSet presAssocID="{5526CB45-C66D-4FCB-8A0E-476B701508FB}" presName="hierChild2" presStyleCnt="0"/>
      <dgm:spPr/>
    </dgm:pt>
    <dgm:pt modelId="{38AB24A6-DAA4-4AF8-97AE-947D58B6AFE4}" type="pres">
      <dgm:prSet presAssocID="{F82D3D99-6C9E-4567-BBA1-079ED6601DF1}" presName="Name10" presStyleLbl="parChTrans1D2" presStyleIdx="0" presStyleCnt="3"/>
      <dgm:spPr/>
      <dgm:t>
        <a:bodyPr/>
        <a:lstStyle/>
        <a:p>
          <a:endParaRPr lang="en-US"/>
        </a:p>
      </dgm:t>
    </dgm:pt>
    <dgm:pt modelId="{288A4C67-FFD5-491F-88F4-3662ED389D82}" type="pres">
      <dgm:prSet presAssocID="{AC8926FA-410B-414A-9E27-7E5CAA51E527}" presName="hierRoot2" presStyleCnt="0"/>
      <dgm:spPr/>
    </dgm:pt>
    <dgm:pt modelId="{76CF5213-3B4A-4237-9AD7-5F0230CC1005}" type="pres">
      <dgm:prSet presAssocID="{AC8926FA-410B-414A-9E27-7E5CAA51E527}" presName="composite2" presStyleCnt="0"/>
      <dgm:spPr/>
    </dgm:pt>
    <dgm:pt modelId="{319C346D-2E33-4665-8B62-62E367DFB8EF}" type="pres">
      <dgm:prSet presAssocID="{AC8926FA-410B-414A-9E27-7E5CAA51E527}" presName="background2" presStyleLbl="node2" presStyleIdx="0" presStyleCnt="3"/>
      <dgm:spPr/>
    </dgm:pt>
    <dgm:pt modelId="{EFF96290-DCED-4B7A-BB5B-49017BE6E98D}" type="pres">
      <dgm:prSet presAssocID="{AC8926FA-410B-414A-9E27-7E5CAA51E527}" presName="text2" presStyleLbl="fgAcc2" presStyleIdx="0" presStyleCnt="3">
        <dgm:presLayoutVars>
          <dgm:chPref val="3"/>
        </dgm:presLayoutVars>
      </dgm:prSet>
      <dgm:spPr/>
      <dgm:t>
        <a:bodyPr/>
        <a:lstStyle/>
        <a:p>
          <a:endParaRPr lang="en-US"/>
        </a:p>
      </dgm:t>
    </dgm:pt>
    <dgm:pt modelId="{4ED43EA5-5F03-41C9-8C1D-ECA37F89D309}" type="pres">
      <dgm:prSet presAssocID="{AC8926FA-410B-414A-9E27-7E5CAA51E527}" presName="hierChild3" presStyleCnt="0"/>
      <dgm:spPr/>
    </dgm:pt>
    <dgm:pt modelId="{0FBB169B-411A-4372-8765-813CAF9BCA56}" type="pres">
      <dgm:prSet presAssocID="{1465C2EB-F786-4383-AA1D-E32EEE454855}" presName="Name10" presStyleLbl="parChTrans1D2" presStyleIdx="1" presStyleCnt="3"/>
      <dgm:spPr/>
      <dgm:t>
        <a:bodyPr/>
        <a:lstStyle/>
        <a:p>
          <a:endParaRPr lang="en-US"/>
        </a:p>
      </dgm:t>
    </dgm:pt>
    <dgm:pt modelId="{0A74870C-E0F9-42FE-A21B-A1D354E06ABA}" type="pres">
      <dgm:prSet presAssocID="{1808A6EF-D73F-4BFA-A0AA-1B94C3A215F5}" presName="hierRoot2" presStyleCnt="0"/>
      <dgm:spPr/>
    </dgm:pt>
    <dgm:pt modelId="{ADA73BBD-D446-47AB-B964-5A3EC4019986}" type="pres">
      <dgm:prSet presAssocID="{1808A6EF-D73F-4BFA-A0AA-1B94C3A215F5}" presName="composite2" presStyleCnt="0"/>
      <dgm:spPr/>
    </dgm:pt>
    <dgm:pt modelId="{B003CC4A-1C32-4EFF-AAC8-D887219FD8BA}" type="pres">
      <dgm:prSet presAssocID="{1808A6EF-D73F-4BFA-A0AA-1B94C3A215F5}" presName="background2" presStyleLbl="node2" presStyleIdx="1" presStyleCnt="3"/>
      <dgm:spPr/>
    </dgm:pt>
    <dgm:pt modelId="{F12C834B-C077-47C8-861B-0D6FD6A730A7}" type="pres">
      <dgm:prSet presAssocID="{1808A6EF-D73F-4BFA-A0AA-1B94C3A215F5}" presName="text2" presStyleLbl="fgAcc2" presStyleIdx="1" presStyleCnt="3" custLinFactNeighborX="959" custLinFactNeighborY="660">
        <dgm:presLayoutVars>
          <dgm:chPref val="3"/>
        </dgm:presLayoutVars>
      </dgm:prSet>
      <dgm:spPr/>
      <dgm:t>
        <a:bodyPr/>
        <a:lstStyle/>
        <a:p>
          <a:endParaRPr lang="en-US"/>
        </a:p>
      </dgm:t>
    </dgm:pt>
    <dgm:pt modelId="{0B606F1B-1ABE-4F66-82BD-605CF8B37E16}" type="pres">
      <dgm:prSet presAssocID="{1808A6EF-D73F-4BFA-A0AA-1B94C3A215F5}" presName="hierChild3" presStyleCnt="0"/>
      <dgm:spPr/>
    </dgm:pt>
    <dgm:pt modelId="{03D940C5-CF9F-4C90-B89E-EF73B626ACF1}" type="pres">
      <dgm:prSet presAssocID="{2E1CB0BF-1A62-489F-A3D1-6EC5F5741266}" presName="Name10" presStyleLbl="parChTrans1D2" presStyleIdx="2" presStyleCnt="3"/>
      <dgm:spPr/>
      <dgm:t>
        <a:bodyPr/>
        <a:lstStyle/>
        <a:p>
          <a:endParaRPr lang="en-US"/>
        </a:p>
      </dgm:t>
    </dgm:pt>
    <dgm:pt modelId="{6A72B1AC-7536-417D-8134-507EC05F66DE}" type="pres">
      <dgm:prSet presAssocID="{1C243DCD-D772-4A41-A06E-C2BB362D27DF}" presName="hierRoot2" presStyleCnt="0"/>
      <dgm:spPr/>
    </dgm:pt>
    <dgm:pt modelId="{CE44E839-487C-4563-8779-4D2E845BFA6F}" type="pres">
      <dgm:prSet presAssocID="{1C243DCD-D772-4A41-A06E-C2BB362D27DF}" presName="composite2" presStyleCnt="0"/>
      <dgm:spPr/>
    </dgm:pt>
    <dgm:pt modelId="{DE352E1B-AF79-4750-808C-07CA7313B3D2}" type="pres">
      <dgm:prSet presAssocID="{1C243DCD-D772-4A41-A06E-C2BB362D27DF}" presName="background2" presStyleLbl="node2" presStyleIdx="2" presStyleCnt="3"/>
      <dgm:spPr/>
    </dgm:pt>
    <dgm:pt modelId="{7103C80C-0B26-4D57-949B-48752EA1E933}" type="pres">
      <dgm:prSet presAssocID="{1C243DCD-D772-4A41-A06E-C2BB362D27DF}" presName="text2" presStyleLbl="fgAcc2" presStyleIdx="2" presStyleCnt="3">
        <dgm:presLayoutVars>
          <dgm:chPref val="3"/>
        </dgm:presLayoutVars>
      </dgm:prSet>
      <dgm:spPr/>
      <dgm:t>
        <a:bodyPr/>
        <a:lstStyle/>
        <a:p>
          <a:endParaRPr lang="en-US"/>
        </a:p>
      </dgm:t>
    </dgm:pt>
    <dgm:pt modelId="{8C0A1664-9393-42A6-87BF-0D4E6BA0D301}" type="pres">
      <dgm:prSet presAssocID="{1C243DCD-D772-4A41-A06E-C2BB362D27DF}" presName="hierChild3" presStyleCnt="0"/>
      <dgm:spPr/>
    </dgm:pt>
  </dgm:ptLst>
  <dgm:cxnLst>
    <dgm:cxn modelId="{7BBB7A8B-6587-4A70-867E-22AF946D8B28}" type="presOf" srcId="{1808A6EF-D73F-4BFA-A0AA-1B94C3A215F5}" destId="{F12C834B-C077-47C8-861B-0D6FD6A730A7}" srcOrd="0" destOrd="0" presId="urn:microsoft.com/office/officeart/2005/8/layout/hierarchy1"/>
    <dgm:cxn modelId="{BA85CE7F-B67B-4FA6-B02B-C2B55EC6B15C}" srcId="{FCE6A578-E0CD-4987-963E-8532FE876CEA}" destId="{5526CB45-C66D-4FCB-8A0E-476B701508FB}" srcOrd="0" destOrd="0" parTransId="{2300E01E-3516-4BBC-B764-3C3041AC6C90}" sibTransId="{7881919E-DEFA-4533-99E7-C6B4193070C9}"/>
    <dgm:cxn modelId="{80DD607F-B83F-4C4F-A6BD-54835DD3E8F9}" type="presOf" srcId="{1465C2EB-F786-4383-AA1D-E32EEE454855}" destId="{0FBB169B-411A-4372-8765-813CAF9BCA56}" srcOrd="0" destOrd="0" presId="urn:microsoft.com/office/officeart/2005/8/layout/hierarchy1"/>
    <dgm:cxn modelId="{FCAF2EDC-A797-4028-9516-8E8D8D601F3F}" type="presOf" srcId="{5526CB45-C66D-4FCB-8A0E-476B701508FB}" destId="{BA9AB2C8-2235-408B-9C81-91FBE66771B8}" srcOrd="0" destOrd="0" presId="urn:microsoft.com/office/officeart/2005/8/layout/hierarchy1"/>
    <dgm:cxn modelId="{E37D1AE1-72EC-41F9-ABFE-CAB6D34057BC}" srcId="{5526CB45-C66D-4FCB-8A0E-476B701508FB}" destId="{1C243DCD-D772-4A41-A06E-C2BB362D27DF}" srcOrd="2" destOrd="0" parTransId="{2E1CB0BF-1A62-489F-A3D1-6EC5F5741266}" sibTransId="{19759F8C-0AC4-4A9F-A47A-FCEDC849E851}"/>
    <dgm:cxn modelId="{44DC4F8D-4C5E-4B75-9232-24E2E6CD20BC}" type="presOf" srcId="{F82D3D99-6C9E-4567-BBA1-079ED6601DF1}" destId="{38AB24A6-DAA4-4AF8-97AE-947D58B6AFE4}" srcOrd="0" destOrd="0" presId="urn:microsoft.com/office/officeart/2005/8/layout/hierarchy1"/>
    <dgm:cxn modelId="{256056EB-3E47-47C6-9D38-7DDD59F0A810}" type="presOf" srcId="{1C243DCD-D772-4A41-A06E-C2BB362D27DF}" destId="{7103C80C-0B26-4D57-949B-48752EA1E933}" srcOrd="0" destOrd="0" presId="urn:microsoft.com/office/officeart/2005/8/layout/hierarchy1"/>
    <dgm:cxn modelId="{AEC15782-8E56-4491-9FD6-89CB5B156069}" srcId="{5526CB45-C66D-4FCB-8A0E-476B701508FB}" destId="{1808A6EF-D73F-4BFA-A0AA-1B94C3A215F5}" srcOrd="1" destOrd="0" parTransId="{1465C2EB-F786-4383-AA1D-E32EEE454855}" sibTransId="{A6FEFD58-44D3-40F0-AFD1-A9A1E9B55430}"/>
    <dgm:cxn modelId="{1662806E-38B4-4F8A-A02A-ADBB49AA76B5}" type="presOf" srcId="{FCE6A578-E0CD-4987-963E-8532FE876CEA}" destId="{FA7F2AD2-CD2C-4607-90CE-0A7FF0DBB9E5}" srcOrd="0" destOrd="0" presId="urn:microsoft.com/office/officeart/2005/8/layout/hierarchy1"/>
    <dgm:cxn modelId="{82F68A90-45D6-493F-879B-F81B986C201E}" srcId="{5526CB45-C66D-4FCB-8A0E-476B701508FB}" destId="{AC8926FA-410B-414A-9E27-7E5CAA51E527}" srcOrd="0" destOrd="0" parTransId="{F82D3D99-6C9E-4567-BBA1-079ED6601DF1}" sibTransId="{0F1D9448-3BE0-4277-A210-EEE49789DC75}"/>
    <dgm:cxn modelId="{F5E89295-7F53-4DBB-ABDC-9F05BD20D8CA}" type="presOf" srcId="{AC8926FA-410B-414A-9E27-7E5CAA51E527}" destId="{EFF96290-DCED-4B7A-BB5B-49017BE6E98D}" srcOrd="0" destOrd="0" presId="urn:microsoft.com/office/officeart/2005/8/layout/hierarchy1"/>
    <dgm:cxn modelId="{C362606E-340F-45C5-BAB7-3C46F34E334D}" type="presOf" srcId="{2E1CB0BF-1A62-489F-A3D1-6EC5F5741266}" destId="{03D940C5-CF9F-4C90-B89E-EF73B626ACF1}" srcOrd="0" destOrd="0" presId="urn:microsoft.com/office/officeart/2005/8/layout/hierarchy1"/>
    <dgm:cxn modelId="{25A6243D-6F2E-471C-94DE-C83998233FCC}" type="presParOf" srcId="{FA7F2AD2-CD2C-4607-90CE-0A7FF0DBB9E5}" destId="{92558DA9-A8B4-41B3-8007-598D1C2A68EF}" srcOrd="0" destOrd="0" presId="urn:microsoft.com/office/officeart/2005/8/layout/hierarchy1"/>
    <dgm:cxn modelId="{9A21046B-32A8-4961-AAEE-AADFE113DD12}" type="presParOf" srcId="{92558DA9-A8B4-41B3-8007-598D1C2A68EF}" destId="{A90C0D5D-8ABA-48E8-855C-82A2E18FB651}" srcOrd="0" destOrd="0" presId="urn:microsoft.com/office/officeart/2005/8/layout/hierarchy1"/>
    <dgm:cxn modelId="{A568C190-F829-4AAA-8744-E9FAE39C6CCE}" type="presParOf" srcId="{A90C0D5D-8ABA-48E8-855C-82A2E18FB651}" destId="{73B784BB-DDA8-4F71-8CD8-4FB75DD7947B}" srcOrd="0" destOrd="0" presId="urn:microsoft.com/office/officeart/2005/8/layout/hierarchy1"/>
    <dgm:cxn modelId="{B703E881-186C-4FBB-84C9-1E63AE36EB74}" type="presParOf" srcId="{A90C0D5D-8ABA-48E8-855C-82A2E18FB651}" destId="{BA9AB2C8-2235-408B-9C81-91FBE66771B8}" srcOrd="1" destOrd="0" presId="urn:microsoft.com/office/officeart/2005/8/layout/hierarchy1"/>
    <dgm:cxn modelId="{B7ABE01A-9B12-4184-8D8F-0EF9D6A6BDA8}" type="presParOf" srcId="{92558DA9-A8B4-41B3-8007-598D1C2A68EF}" destId="{FFE03082-DDE2-4376-924E-BBFC184F607C}" srcOrd="1" destOrd="0" presId="urn:microsoft.com/office/officeart/2005/8/layout/hierarchy1"/>
    <dgm:cxn modelId="{91EDED1E-D8A6-425A-8070-3F6296349292}" type="presParOf" srcId="{FFE03082-DDE2-4376-924E-BBFC184F607C}" destId="{38AB24A6-DAA4-4AF8-97AE-947D58B6AFE4}" srcOrd="0" destOrd="0" presId="urn:microsoft.com/office/officeart/2005/8/layout/hierarchy1"/>
    <dgm:cxn modelId="{074856CE-22FB-41CD-88A1-FAB8160A5E76}" type="presParOf" srcId="{FFE03082-DDE2-4376-924E-BBFC184F607C}" destId="{288A4C67-FFD5-491F-88F4-3662ED389D82}" srcOrd="1" destOrd="0" presId="urn:microsoft.com/office/officeart/2005/8/layout/hierarchy1"/>
    <dgm:cxn modelId="{E9611AE3-B2B5-4FE4-8E42-CEE6A8ACC53A}" type="presParOf" srcId="{288A4C67-FFD5-491F-88F4-3662ED389D82}" destId="{76CF5213-3B4A-4237-9AD7-5F0230CC1005}" srcOrd="0" destOrd="0" presId="urn:microsoft.com/office/officeart/2005/8/layout/hierarchy1"/>
    <dgm:cxn modelId="{8B66064E-0E31-4AF4-BFF4-D7C39D65AE17}" type="presParOf" srcId="{76CF5213-3B4A-4237-9AD7-5F0230CC1005}" destId="{319C346D-2E33-4665-8B62-62E367DFB8EF}" srcOrd="0" destOrd="0" presId="urn:microsoft.com/office/officeart/2005/8/layout/hierarchy1"/>
    <dgm:cxn modelId="{BD4C7E66-4F94-45DA-AA28-2DC0A716C7DE}" type="presParOf" srcId="{76CF5213-3B4A-4237-9AD7-5F0230CC1005}" destId="{EFF96290-DCED-4B7A-BB5B-49017BE6E98D}" srcOrd="1" destOrd="0" presId="urn:microsoft.com/office/officeart/2005/8/layout/hierarchy1"/>
    <dgm:cxn modelId="{1A0BC669-C087-4C37-8329-A5E7F6DE7D22}" type="presParOf" srcId="{288A4C67-FFD5-491F-88F4-3662ED389D82}" destId="{4ED43EA5-5F03-41C9-8C1D-ECA37F89D309}" srcOrd="1" destOrd="0" presId="urn:microsoft.com/office/officeart/2005/8/layout/hierarchy1"/>
    <dgm:cxn modelId="{8115545B-4EB3-430D-A682-9EE9AE8B3909}" type="presParOf" srcId="{FFE03082-DDE2-4376-924E-BBFC184F607C}" destId="{0FBB169B-411A-4372-8765-813CAF9BCA56}" srcOrd="2" destOrd="0" presId="urn:microsoft.com/office/officeart/2005/8/layout/hierarchy1"/>
    <dgm:cxn modelId="{621142A3-FD20-49A1-A69D-9FE3C9151011}" type="presParOf" srcId="{FFE03082-DDE2-4376-924E-BBFC184F607C}" destId="{0A74870C-E0F9-42FE-A21B-A1D354E06ABA}" srcOrd="3" destOrd="0" presId="urn:microsoft.com/office/officeart/2005/8/layout/hierarchy1"/>
    <dgm:cxn modelId="{E75BC275-BD94-4849-BFF4-B63441C31EEB}" type="presParOf" srcId="{0A74870C-E0F9-42FE-A21B-A1D354E06ABA}" destId="{ADA73BBD-D446-47AB-B964-5A3EC4019986}" srcOrd="0" destOrd="0" presId="urn:microsoft.com/office/officeart/2005/8/layout/hierarchy1"/>
    <dgm:cxn modelId="{D2E99473-EE49-4901-8E36-1C83A80CA486}" type="presParOf" srcId="{ADA73BBD-D446-47AB-B964-5A3EC4019986}" destId="{B003CC4A-1C32-4EFF-AAC8-D887219FD8BA}" srcOrd="0" destOrd="0" presId="urn:microsoft.com/office/officeart/2005/8/layout/hierarchy1"/>
    <dgm:cxn modelId="{0DEE0185-7AEF-49C3-8B6A-639667CD50D5}" type="presParOf" srcId="{ADA73BBD-D446-47AB-B964-5A3EC4019986}" destId="{F12C834B-C077-47C8-861B-0D6FD6A730A7}" srcOrd="1" destOrd="0" presId="urn:microsoft.com/office/officeart/2005/8/layout/hierarchy1"/>
    <dgm:cxn modelId="{5AA10F54-F583-41D2-B139-1EE00EE24845}" type="presParOf" srcId="{0A74870C-E0F9-42FE-A21B-A1D354E06ABA}" destId="{0B606F1B-1ABE-4F66-82BD-605CF8B37E16}" srcOrd="1" destOrd="0" presId="urn:microsoft.com/office/officeart/2005/8/layout/hierarchy1"/>
    <dgm:cxn modelId="{255DD9F0-AEEF-4BA8-B095-2C5D2649121F}" type="presParOf" srcId="{FFE03082-DDE2-4376-924E-BBFC184F607C}" destId="{03D940C5-CF9F-4C90-B89E-EF73B626ACF1}" srcOrd="4" destOrd="0" presId="urn:microsoft.com/office/officeart/2005/8/layout/hierarchy1"/>
    <dgm:cxn modelId="{6D4A779A-4A7C-4E06-A56F-AF791D2C746B}" type="presParOf" srcId="{FFE03082-DDE2-4376-924E-BBFC184F607C}" destId="{6A72B1AC-7536-417D-8134-507EC05F66DE}" srcOrd="5" destOrd="0" presId="urn:microsoft.com/office/officeart/2005/8/layout/hierarchy1"/>
    <dgm:cxn modelId="{2F5ED15B-F6C4-49CC-AB4D-AC305C829A7A}" type="presParOf" srcId="{6A72B1AC-7536-417D-8134-507EC05F66DE}" destId="{CE44E839-487C-4563-8779-4D2E845BFA6F}" srcOrd="0" destOrd="0" presId="urn:microsoft.com/office/officeart/2005/8/layout/hierarchy1"/>
    <dgm:cxn modelId="{A464FE87-FECF-4E21-9B6B-2BB7B42CFAC3}" type="presParOf" srcId="{CE44E839-487C-4563-8779-4D2E845BFA6F}" destId="{DE352E1B-AF79-4750-808C-07CA7313B3D2}" srcOrd="0" destOrd="0" presId="urn:microsoft.com/office/officeart/2005/8/layout/hierarchy1"/>
    <dgm:cxn modelId="{4ECC06DD-010E-4B21-8ED4-E3260B19A67E}" type="presParOf" srcId="{CE44E839-487C-4563-8779-4D2E845BFA6F}" destId="{7103C80C-0B26-4D57-949B-48752EA1E933}" srcOrd="1" destOrd="0" presId="urn:microsoft.com/office/officeart/2005/8/layout/hierarchy1"/>
    <dgm:cxn modelId="{2EA7AB8A-B48A-4B81-9310-95C8B276A045}" type="presParOf" srcId="{6A72B1AC-7536-417D-8134-507EC05F66DE}" destId="{8C0A1664-9393-42A6-87BF-0D4E6BA0D30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F2DAEC-B9B0-4C8E-8EDD-DA1C7B2786A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7CD8BCE-335F-4C36-AB5D-3BCA2651C1B4}">
      <dgm:prSet/>
      <dgm:spPr/>
      <dgm:t>
        <a:bodyPr/>
        <a:lstStyle/>
        <a:p>
          <a:r>
            <a:rPr lang="en-US"/>
            <a:t>Medication error may be classified according to where they occur in the medication use cycle, i.e. at the stage of;</a:t>
          </a:r>
        </a:p>
      </dgm:t>
    </dgm:pt>
    <dgm:pt modelId="{A720D520-ABA9-43B3-A9DA-E5A32E2C1FB8}" type="parTrans" cxnId="{C137F256-9190-4EFE-BA69-0B5C1C56279C}">
      <dgm:prSet/>
      <dgm:spPr/>
      <dgm:t>
        <a:bodyPr/>
        <a:lstStyle/>
        <a:p>
          <a:endParaRPr lang="en-US"/>
        </a:p>
      </dgm:t>
    </dgm:pt>
    <dgm:pt modelId="{EA5F1FBF-8F40-440C-8A39-6B0ACA10B7A1}" type="sibTrans" cxnId="{C137F256-9190-4EFE-BA69-0B5C1C56279C}">
      <dgm:prSet/>
      <dgm:spPr/>
      <dgm:t>
        <a:bodyPr/>
        <a:lstStyle/>
        <a:p>
          <a:endParaRPr lang="en-US"/>
        </a:p>
      </dgm:t>
    </dgm:pt>
    <dgm:pt modelId="{5BAE28B1-D480-40B7-B05F-BE36CF25E1A8}">
      <dgm:prSet custT="1"/>
      <dgm:spPr/>
      <dgm:t>
        <a:bodyPr/>
        <a:lstStyle/>
        <a:p>
          <a:r>
            <a:rPr lang="en-US" sz="4400" b="1" dirty="0"/>
            <a:t>Prescribing</a:t>
          </a:r>
        </a:p>
      </dgm:t>
    </dgm:pt>
    <dgm:pt modelId="{38E645AE-92A8-4E7A-A9B7-B8A5F5AAFA04}" type="parTrans" cxnId="{CC9DB9F7-079A-4648-BAA9-6787EEC92516}">
      <dgm:prSet/>
      <dgm:spPr/>
      <dgm:t>
        <a:bodyPr/>
        <a:lstStyle/>
        <a:p>
          <a:endParaRPr lang="en-US"/>
        </a:p>
      </dgm:t>
    </dgm:pt>
    <dgm:pt modelId="{B198A6E4-93ED-4FE8-8161-4F87216EB6FD}" type="sibTrans" cxnId="{CC9DB9F7-079A-4648-BAA9-6787EEC92516}">
      <dgm:prSet/>
      <dgm:spPr/>
      <dgm:t>
        <a:bodyPr/>
        <a:lstStyle/>
        <a:p>
          <a:endParaRPr lang="en-US"/>
        </a:p>
      </dgm:t>
    </dgm:pt>
    <dgm:pt modelId="{A6015277-6947-46E3-B34C-59B7CA361777}">
      <dgm:prSet custT="1"/>
      <dgm:spPr/>
      <dgm:t>
        <a:bodyPr/>
        <a:lstStyle/>
        <a:p>
          <a:r>
            <a:rPr lang="en-US" sz="4400" b="1" dirty="0"/>
            <a:t>Dispensing</a:t>
          </a:r>
        </a:p>
      </dgm:t>
    </dgm:pt>
    <dgm:pt modelId="{E4D933C5-1F75-4FA1-BD54-BCD52307BDDB}" type="parTrans" cxnId="{033DFAEE-7F73-4E72-AAE6-9AA9FAF95E2D}">
      <dgm:prSet/>
      <dgm:spPr/>
      <dgm:t>
        <a:bodyPr/>
        <a:lstStyle/>
        <a:p>
          <a:endParaRPr lang="en-US"/>
        </a:p>
      </dgm:t>
    </dgm:pt>
    <dgm:pt modelId="{2634D2BA-C931-48E9-B952-0536F2E31D88}" type="sibTrans" cxnId="{033DFAEE-7F73-4E72-AAE6-9AA9FAF95E2D}">
      <dgm:prSet/>
      <dgm:spPr/>
      <dgm:t>
        <a:bodyPr/>
        <a:lstStyle/>
        <a:p>
          <a:endParaRPr lang="en-US"/>
        </a:p>
      </dgm:t>
    </dgm:pt>
    <dgm:pt modelId="{A6090609-5B2A-46CA-B3AF-4A738EED85F0}">
      <dgm:prSet custT="1"/>
      <dgm:spPr/>
      <dgm:t>
        <a:bodyPr/>
        <a:lstStyle/>
        <a:p>
          <a:r>
            <a:rPr lang="en-US" sz="4400" b="1" dirty="0"/>
            <a:t>Administration of a drug</a:t>
          </a:r>
        </a:p>
      </dgm:t>
    </dgm:pt>
    <dgm:pt modelId="{8E8D42A4-E566-4AF2-857E-70571756220F}" type="parTrans" cxnId="{B4493F7C-71E3-47FE-BFC7-C7B2B6AC990E}">
      <dgm:prSet/>
      <dgm:spPr/>
      <dgm:t>
        <a:bodyPr/>
        <a:lstStyle/>
        <a:p>
          <a:endParaRPr lang="en-US"/>
        </a:p>
      </dgm:t>
    </dgm:pt>
    <dgm:pt modelId="{F55C3FCA-5B01-4D6B-9E27-BC36881B8BE8}" type="sibTrans" cxnId="{B4493F7C-71E3-47FE-BFC7-C7B2B6AC990E}">
      <dgm:prSet/>
      <dgm:spPr/>
      <dgm:t>
        <a:bodyPr/>
        <a:lstStyle/>
        <a:p>
          <a:endParaRPr lang="en-US"/>
        </a:p>
      </dgm:t>
    </dgm:pt>
    <dgm:pt modelId="{D4C8FC7D-670A-436E-B4B4-228762DD8A5A}">
      <dgm:prSet custT="1"/>
      <dgm:spPr/>
      <dgm:t>
        <a:bodyPr/>
        <a:lstStyle/>
        <a:p>
          <a:endParaRPr lang="en-US" sz="4400" b="1" dirty="0"/>
        </a:p>
      </dgm:t>
    </dgm:pt>
    <dgm:pt modelId="{3A7DA47E-1C26-4F77-9AE3-F9D18F4EEE33}" type="parTrans" cxnId="{4173F179-1122-452E-8991-B4B0960D17D2}">
      <dgm:prSet/>
      <dgm:spPr/>
      <dgm:t>
        <a:bodyPr/>
        <a:lstStyle/>
        <a:p>
          <a:endParaRPr lang="en-US"/>
        </a:p>
      </dgm:t>
    </dgm:pt>
    <dgm:pt modelId="{EB55A6FA-06AC-4E76-9B21-2F51A61403BD}" type="sibTrans" cxnId="{4173F179-1122-452E-8991-B4B0960D17D2}">
      <dgm:prSet/>
      <dgm:spPr/>
      <dgm:t>
        <a:bodyPr/>
        <a:lstStyle/>
        <a:p>
          <a:endParaRPr lang="en-US"/>
        </a:p>
      </dgm:t>
    </dgm:pt>
    <dgm:pt modelId="{5485C978-3C96-479E-BFDB-3070C340C15B}">
      <dgm:prSet custT="1"/>
      <dgm:spPr/>
      <dgm:t>
        <a:bodyPr/>
        <a:lstStyle/>
        <a:p>
          <a:endParaRPr lang="en-US" sz="4400" b="1" dirty="0"/>
        </a:p>
      </dgm:t>
    </dgm:pt>
    <dgm:pt modelId="{24910168-8691-4964-B189-ADFCA59E6903}" type="parTrans" cxnId="{D02F834D-FCBF-4191-A60B-4565A38BE424}">
      <dgm:prSet/>
      <dgm:spPr/>
      <dgm:t>
        <a:bodyPr/>
        <a:lstStyle/>
        <a:p>
          <a:endParaRPr lang="en-US"/>
        </a:p>
      </dgm:t>
    </dgm:pt>
    <dgm:pt modelId="{004D62B9-15E1-4C07-8266-F78113E9F633}" type="sibTrans" cxnId="{D02F834D-FCBF-4191-A60B-4565A38BE424}">
      <dgm:prSet/>
      <dgm:spPr/>
      <dgm:t>
        <a:bodyPr/>
        <a:lstStyle/>
        <a:p>
          <a:endParaRPr lang="en-US"/>
        </a:p>
      </dgm:t>
    </dgm:pt>
    <dgm:pt modelId="{F1F8BC2E-BC93-4CA9-9717-91AD5C9F4008}" type="pres">
      <dgm:prSet presAssocID="{DAF2DAEC-B9B0-4C8E-8EDD-DA1C7B2786A5}" presName="Name0" presStyleCnt="0">
        <dgm:presLayoutVars>
          <dgm:dir/>
          <dgm:animLvl val="lvl"/>
          <dgm:resizeHandles val="exact"/>
        </dgm:presLayoutVars>
      </dgm:prSet>
      <dgm:spPr/>
      <dgm:t>
        <a:bodyPr/>
        <a:lstStyle/>
        <a:p>
          <a:endParaRPr lang="en-US"/>
        </a:p>
      </dgm:t>
    </dgm:pt>
    <dgm:pt modelId="{0C0D0233-1B1E-4555-91BB-8EC1FD64C154}" type="pres">
      <dgm:prSet presAssocID="{67CD8BCE-335F-4C36-AB5D-3BCA2651C1B4}" presName="linNode" presStyleCnt="0"/>
      <dgm:spPr/>
    </dgm:pt>
    <dgm:pt modelId="{6955EB63-1DA3-4CCD-BDEC-96358226D198}" type="pres">
      <dgm:prSet presAssocID="{67CD8BCE-335F-4C36-AB5D-3BCA2651C1B4}" presName="parentText" presStyleLbl="node1" presStyleIdx="0" presStyleCnt="1">
        <dgm:presLayoutVars>
          <dgm:chMax val="1"/>
          <dgm:bulletEnabled val="1"/>
        </dgm:presLayoutVars>
      </dgm:prSet>
      <dgm:spPr/>
      <dgm:t>
        <a:bodyPr/>
        <a:lstStyle/>
        <a:p>
          <a:endParaRPr lang="en-US"/>
        </a:p>
      </dgm:t>
    </dgm:pt>
    <dgm:pt modelId="{184241CF-AD96-4D3B-9636-F6F56115AE4F}" type="pres">
      <dgm:prSet presAssocID="{67CD8BCE-335F-4C36-AB5D-3BCA2651C1B4}" presName="descendantText" presStyleLbl="alignAccFollowNode1" presStyleIdx="0" presStyleCnt="1">
        <dgm:presLayoutVars>
          <dgm:bulletEnabled val="1"/>
        </dgm:presLayoutVars>
      </dgm:prSet>
      <dgm:spPr/>
      <dgm:t>
        <a:bodyPr/>
        <a:lstStyle/>
        <a:p>
          <a:endParaRPr lang="en-US"/>
        </a:p>
      </dgm:t>
    </dgm:pt>
  </dgm:ptLst>
  <dgm:cxnLst>
    <dgm:cxn modelId="{D02F834D-FCBF-4191-A60B-4565A38BE424}" srcId="{67CD8BCE-335F-4C36-AB5D-3BCA2651C1B4}" destId="{5485C978-3C96-479E-BFDB-3070C340C15B}" srcOrd="3" destOrd="0" parTransId="{24910168-8691-4964-B189-ADFCA59E6903}" sibTransId="{004D62B9-15E1-4C07-8266-F78113E9F633}"/>
    <dgm:cxn modelId="{BF3852B7-3842-4A76-8146-9B151B590AA6}" type="presOf" srcId="{DAF2DAEC-B9B0-4C8E-8EDD-DA1C7B2786A5}" destId="{F1F8BC2E-BC93-4CA9-9717-91AD5C9F4008}" srcOrd="0" destOrd="0" presId="urn:microsoft.com/office/officeart/2005/8/layout/vList5"/>
    <dgm:cxn modelId="{F9D71759-93D6-41D1-8511-2A43E917D96F}" type="presOf" srcId="{A6015277-6947-46E3-B34C-59B7CA361777}" destId="{184241CF-AD96-4D3B-9636-F6F56115AE4F}" srcOrd="0" destOrd="2" presId="urn:microsoft.com/office/officeart/2005/8/layout/vList5"/>
    <dgm:cxn modelId="{082A19C8-565D-4F17-A45A-7A20F1895B77}" type="presOf" srcId="{A6090609-5B2A-46CA-B3AF-4A738EED85F0}" destId="{184241CF-AD96-4D3B-9636-F6F56115AE4F}" srcOrd="0" destOrd="4" presId="urn:microsoft.com/office/officeart/2005/8/layout/vList5"/>
    <dgm:cxn modelId="{772C21B0-89E2-4EC3-B4FC-64754859435A}" type="presOf" srcId="{D4C8FC7D-670A-436E-B4B4-228762DD8A5A}" destId="{184241CF-AD96-4D3B-9636-F6F56115AE4F}" srcOrd="0" destOrd="1" presId="urn:microsoft.com/office/officeart/2005/8/layout/vList5"/>
    <dgm:cxn modelId="{B4493F7C-71E3-47FE-BFC7-C7B2B6AC990E}" srcId="{67CD8BCE-335F-4C36-AB5D-3BCA2651C1B4}" destId="{A6090609-5B2A-46CA-B3AF-4A738EED85F0}" srcOrd="4" destOrd="0" parTransId="{8E8D42A4-E566-4AF2-857E-70571756220F}" sibTransId="{F55C3FCA-5B01-4D6B-9E27-BC36881B8BE8}"/>
    <dgm:cxn modelId="{4173F179-1122-452E-8991-B4B0960D17D2}" srcId="{67CD8BCE-335F-4C36-AB5D-3BCA2651C1B4}" destId="{D4C8FC7D-670A-436E-B4B4-228762DD8A5A}" srcOrd="1" destOrd="0" parTransId="{3A7DA47E-1C26-4F77-9AE3-F9D18F4EEE33}" sibTransId="{EB55A6FA-06AC-4E76-9B21-2F51A61403BD}"/>
    <dgm:cxn modelId="{F021C399-C2E6-4841-99EC-D3D9D13D48AC}" type="presOf" srcId="{5485C978-3C96-479E-BFDB-3070C340C15B}" destId="{184241CF-AD96-4D3B-9636-F6F56115AE4F}" srcOrd="0" destOrd="3" presId="urn:microsoft.com/office/officeart/2005/8/layout/vList5"/>
    <dgm:cxn modelId="{CC9DB9F7-079A-4648-BAA9-6787EEC92516}" srcId="{67CD8BCE-335F-4C36-AB5D-3BCA2651C1B4}" destId="{5BAE28B1-D480-40B7-B05F-BE36CF25E1A8}" srcOrd="0" destOrd="0" parTransId="{38E645AE-92A8-4E7A-A9B7-B8A5F5AAFA04}" sibTransId="{B198A6E4-93ED-4FE8-8161-4F87216EB6FD}"/>
    <dgm:cxn modelId="{85519E7F-C08F-413C-9837-99E7EA964FD5}" type="presOf" srcId="{5BAE28B1-D480-40B7-B05F-BE36CF25E1A8}" destId="{184241CF-AD96-4D3B-9636-F6F56115AE4F}" srcOrd="0" destOrd="0" presId="urn:microsoft.com/office/officeart/2005/8/layout/vList5"/>
    <dgm:cxn modelId="{C137F256-9190-4EFE-BA69-0B5C1C56279C}" srcId="{DAF2DAEC-B9B0-4C8E-8EDD-DA1C7B2786A5}" destId="{67CD8BCE-335F-4C36-AB5D-3BCA2651C1B4}" srcOrd="0" destOrd="0" parTransId="{A720D520-ABA9-43B3-A9DA-E5A32E2C1FB8}" sibTransId="{EA5F1FBF-8F40-440C-8A39-6B0ACA10B7A1}"/>
    <dgm:cxn modelId="{033DFAEE-7F73-4E72-AAE6-9AA9FAF95E2D}" srcId="{67CD8BCE-335F-4C36-AB5D-3BCA2651C1B4}" destId="{A6015277-6947-46E3-B34C-59B7CA361777}" srcOrd="2" destOrd="0" parTransId="{E4D933C5-1F75-4FA1-BD54-BCD52307BDDB}" sibTransId="{2634D2BA-C931-48E9-B952-0536F2E31D88}"/>
    <dgm:cxn modelId="{4881B3E5-8B06-479E-A06C-4D74FF561495}" type="presOf" srcId="{67CD8BCE-335F-4C36-AB5D-3BCA2651C1B4}" destId="{6955EB63-1DA3-4CCD-BDEC-96358226D198}" srcOrd="0" destOrd="0" presId="urn:microsoft.com/office/officeart/2005/8/layout/vList5"/>
    <dgm:cxn modelId="{943F67D6-9D8D-4823-BE0D-8BACE1AD1EB5}" type="presParOf" srcId="{F1F8BC2E-BC93-4CA9-9717-91AD5C9F4008}" destId="{0C0D0233-1B1E-4555-91BB-8EC1FD64C154}" srcOrd="0" destOrd="0" presId="urn:microsoft.com/office/officeart/2005/8/layout/vList5"/>
    <dgm:cxn modelId="{E73D71AD-28E6-4A06-8F4E-03DCAB9EF40C}" type="presParOf" srcId="{0C0D0233-1B1E-4555-91BB-8EC1FD64C154}" destId="{6955EB63-1DA3-4CCD-BDEC-96358226D198}" srcOrd="0" destOrd="0" presId="urn:microsoft.com/office/officeart/2005/8/layout/vList5"/>
    <dgm:cxn modelId="{ACCA5E9A-FD43-40E9-9272-0BFBFE89D9C8}" type="presParOf" srcId="{0C0D0233-1B1E-4555-91BB-8EC1FD64C154}" destId="{184241CF-AD96-4D3B-9636-F6F56115AE4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5AEDA-7EB0-4565-840F-6FC0F219EEF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FAE3CE8-27B1-4593-88EA-04F719E1EA4F}">
      <dgm:prSet/>
      <dgm:spPr/>
      <dgm:t>
        <a:bodyPr/>
        <a:lstStyle/>
        <a:p>
          <a:r>
            <a:rPr lang="en-GB" dirty="0"/>
            <a:t>Approximately two-thirds of all hospital admissions due to medication errors are potentially avoidable (</a:t>
          </a:r>
          <a:r>
            <a:rPr lang="en-GB" dirty="0" err="1"/>
            <a:t>Alexopoulou</a:t>
          </a:r>
          <a:r>
            <a:rPr lang="en-GB" dirty="0"/>
            <a:t> et al., 2008; Patel et al., 2007; </a:t>
          </a:r>
          <a:r>
            <a:rPr lang="en-GB" dirty="0" err="1"/>
            <a:t>Pirmohamed</a:t>
          </a:r>
          <a:r>
            <a:rPr lang="en-GB" dirty="0"/>
            <a:t> et al., 2004). </a:t>
          </a:r>
          <a:endParaRPr lang="en-US" dirty="0"/>
        </a:p>
      </dgm:t>
    </dgm:pt>
    <dgm:pt modelId="{60B23305-E570-48DD-B9C6-7445268C4B52}" type="parTrans" cxnId="{9022580F-9CC2-4881-835A-955282ADA11F}">
      <dgm:prSet/>
      <dgm:spPr/>
      <dgm:t>
        <a:bodyPr/>
        <a:lstStyle/>
        <a:p>
          <a:endParaRPr lang="en-US"/>
        </a:p>
      </dgm:t>
    </dgm:pt>
    <dgm:pt modelId="{A13B4CCA-6684-433E-B5A3-2A89B094FBEF}" type="sibTrans" cxnId="{9022580F-9CC2-4881-835A-955282ADA11F}">
      <dgm:prSet/>
      <dgm:spPr/>
      <dgm:t>
        <a:bodyPr/>
        <a:lstStyle/>
        <a:p>
          <a:endParaRPr lang="en-US"/>
        </a:p>
      </dgm:t>
    </dgm:pt>
    <dgm:pt modelId="{8C2849D6-A92E-4518-BA3C-6B7EAECE328D}">
      <dgm:prSet/>
      <dgm:spPr/>
      <dgm:t>
        <a:bodyPr/>
        <a:lstStyle/>
        <a:p>
          <a:r>
            <a:rPr lang="en-GB"/>
            <a:t>Even though significant progress has been made in the healthcare system, medication error still remains a global challenge and may occur from prescribing, dispensing, and drug administration (Avery et al., 2012; Mahony, 2016; Mekonnen, Alhawassi, McLachlan, &amp; Brien, 2018). </a:t>
          </a:r>
          <a:endParaRPr lang="en-US"/>
        </a:p>
      </dgm:t>
    </dgm:pt>
    <dgm:pt modelId="{D25E1B2F-F494-4526-9888-92F4A5C4E222}" type="parTrans" cxnId="{E5CA56A8-A93F-4C57-BBC6-318B482DE01C}">
      <dgm:prSet/>
      <dgm:spPr/>
      <dgm:t>
        <a:bodyPr/>
        <a:lstStyle/>
        <a:p>
          <a:endParaRPr lang="en-US"/>
        </a:p>
      </dgm:t>
    </dgm:pt>
    <dgm:pt modelId="{727AC7D2-A583-4C9A-BBB3-8049BCCC3E86}" type="sibTrans" cxnId="{E5CA56A8-A93F-4C57-BBC6-318B482DE01C}">
      <dgm:prSet/>
      <dgm:spPr/>
      <dgm:t>
        <a:bodyPr/>
        <a:lstStyle/>
        <a:p>
          <a:endParaRPr lang="en-US"/>
        </a:p>
      </dgm:t>
    </dgm:pt>
    <dgm:pt modelId="{7CB0A3C0-7C43-4E6C-81DC-DE36476D148B}" type="pres">
      <dgm:prSet presAssocID="{3145AEDA-7EB0-4565-840F-6FC0F219EEF9}" presName="linear" presStyleCnt="0">
        <dgm:presLayoutVars>
          <dgm:animLvl val="lvl"/>
          <dgm:resizeHandles val="exact"/>
        </dgm:presLayoutVars>
      </dgm:prSet>
      <dgm:spPr/>
      <dgm:t>
        <a:bodyPr/>
        <a:lstStyle/>
        <a:p>
          <a:endParaRPr lang="en-US"/>
        </a:p>
      </dgm:t>
    </dgm:pt>
    <dgm:pt modelId="{27FFE7FD-2045-4297-87E5-E6FC74133604}" type="pres">
      <dgm:prSet presAssocID="{5FAE3CE8-27B1-4593-88EA-04F719E1EA4F}" presName="parentText" presStyleLbl="node1" presStyleIdx="0" presStyleCnt="2">
        <dgm:presLayoutVars>
          <dgm:chMax val="0"/>
          <dgm:bulletEnabled val="1"/>
        </dgm:presLayoutVars>
      </dgm:prSet>
      <dgm:spPr/>
      <dgm:t>
        <a:bodyPr/>
        <a:lstStyle/>
        <a:p>
          <a:endParaRPr lang="en-US"/>
        </a:p>
      </dgm:t>
    </dgm:pt>
    <dgm:pt modelId="{234DEAEA-BEEC-4D64-A563-9F4F184313EC}" type="pres">
      <dgm:prSet presAssocID="{A13B4CCA-6684-433E-B5A3-2A89B094FBEF}" presName="spacer" presStyleCnt="0"/>
      <dgm:spPr/>
    </dgm:pt>
    <dgm:pt modelId="{75518345-29E3-4077-AF90-1CCDAACBFED9}" type="pres">
      <dgm:prSet presAssocID="{8C2849D6-A92E-4518-BA3C-6B7EAECE328D}" presName="parentText" presStyleLbl="node1" presStyleIdx="1" presStyleCnt="2">
        <dgm:presLayoutVars>
          <dgm:chMax val="0"/>
          <dgm:bulletEnabled val="1"/>
        </dgm:presLayoutVars>
      </dgm:prSet>
      <dgm:spPr/>
      <dgm:t>
        <a:bodyPr/>
        <a:lstStyle/>
        <a:p>
          <a:endParaRPr lang="en-US"/>
        </a:p>
      </dgm:t>
    </dgm:pt>
  </dgm:ptLst>
  <dgm:cxnLst>
    <dgm:cxn modelId="{03E27FDD-7C64-40E8-90DF-7BA3C6F89A76}" type="presOf" srcId="{8C2849D6-A92E-4518-BA3C-6B7EAECE328D}" destId="{75518345-29E3-4077-AF90-1CCDAACBFED9}" srcOrd="0" destOrd="0" presId="urn:microsoft.com/office/officeart/2005/8/layout/vList2"/>
    <dgm:cxn modelId="{2229E554-E4A3-42D1-B25E-6132D3C8926E}" type="presOf" srcId="{3145AEDA-7EB0-4565-840F-6FC0F219EEF9}" destId="{7CB0A3C0-7C43-4E6C-81DC-DE36476D148B}" srcOrd="0" destOrd="0" presId="urn:microsoft.com/office/officeart/2005/8/layout/vList2"/>
    <dgm:cxn modelId="{FFF5B589-5F2F-4E95-A0AD-906A55D351F2}" type="presOf" srcId="{5FAE3CE8-27B1-4593-88EA-04F719E1EA4F}" destId="{27FFE7FD-2045-4297-87E5-E6FC74133604}" srcOrd="0" destOrd="0" presId="urn:microsoft.com/office/officeart/2005/8/layout/vList2"/>
    <dgm:cxn modelId="{E5CA56A8-A93F-4C57-BBC6-318B482DE01C}" srcId="{3145AEDA-7EB0-4565-840F-6FC0F219EEF9}" destId="{8C2849D6-A92E-4518-BA3C-6B7EAECE328D}" srcOrd="1" destOrd="0" parTransId="{D25E1B2F-F494-4526-9888-92F4A5C4E222}" sibTransId="{727AC7D2-A583-4C9A-BBB3-8049BCCC3E86}"/>
    <dgm:cxn modelId="{9022580F-9CC2-4881-835A-955282ADA11F}" srcId="{3145AEDA-7EB0-4565-840F-6FC0F219EEF9}" destId="{5FAE3CE8-27B1-4593-88EA-04F719E1EA4F}" srcOrd="0" destOrd="0" parTransId="{60B23305-E570-48DD-B9C6-7445268C4B52}" sibTransId="{A13B4CCA-6684-433E-B5A3-2A89B094FBEF}"/>
    <dgm:cxn modelId="{B20BD10F-CB3E-4DD2-81AF-3579AF6B8447}" type="presParOf" srcId="{7CB0A3C0-7C43-4E6C-81DC-DE36476D148B}" destId="{27FFE7FD-2045-4297-87E5-E6FC74133604}" srcOrd="0" destOrd="0" presId="urn:microsoft.com/office/officeart/2005/8/layout/vList2"/>
    <dgm:cxn modelId="{D7E3367C-AE9C-44A9-B870-99EA349AB706}" type="presParOf" srcId="{7CB0A3C0-7C43-4E6C-81DC-DE36476D148B}" destId="{234DEAEA-BEEC-4D64-A563-9F4F184313EC}" srcOrd="1" destOrd="0" presId="urn:microsoft.com/office/officeart/2005/8/layout/vList2"/>
    <dgm:cxn modelId="{352CAF77-1A3B-4D87-9968-8BA38DE24498}" type="presParOf" srcId="{7CB0A3C0-7C43-4E6C-81DC-DE36476D148B}" destId="{75518345-29E3-4077-AF90-1CCDAACBFED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DD8EF9C-A04B-4248-AF93-D9BA22DE4263}"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33D420EC-A3DE-42EF-B60D-CAD297E34F9F}">
      <dgm:prSet/>
      <dgm:spPr/>
      <dgm:t>
        <a:bodyPr/>
        <a:lstStyle/>
        <a:p>
          <a:r>
            <a:rPr lang="en-GB"/>
            <a:t>The economic impact can be direct or indirect.</a:t>
          </a:r>
          <a:endParaRPr lang="en-US"/>
        </a:p>
      </dgm:t>
    </dgm:pt>
    <dgm:pt modelId="{F6222B09-8C3F-4CE3-8B40-4276DFC002DD}" type="parTrans" cxnId="{69FEC365-983F-435A-BC5C-FCE27B9E27EA}">
      <dgm:prSet/>
      <dgm:spPr/>
      <dgm:t>
        <a:bodyPr/>
        <a:lstStyle/>
        <a:p>
          <a:endParaRPr lang="en-US"/>
        </a:p>
      </dgm:t>
    </dgm:pt>
    <dgm:pt modelId="{853095B4-FD01-408F-9745-EE4CE4CE9AE4}" type="sibTrans" cxnId="{69FEC365-983F-435A-BC5C-FCE27B9E27EA}">
      <dgm:prSet/>
      <dgm:spPr/>
      <dgm:t>
        <a:bodyPr/>
        <a:lstStyle/>
        <a:p>
          <a:endParaRPr lang="en-US"/>
        </a:p>
      </dgm:t>
    </dgm:pt>
    <dgm:pt modelId="{E90F3361-964E-4A46-9A26-657406F63F63}">
      <dgm:prSet/>
      <dgm:spPr/>
      <dgm:t>
        <a:bodyPr/>
        <a:lstStyle/>
        <a:p>
          <a:r>
            <a:rPr lang="en-GB"/>
            <a:t>The economic impact affects the patient, the healthcare provider and the healthcare system. </a:t>
          </a:r>
          <a:endParaRPr lang="en-US"/>
        </a:p>
      </dgm:t>
    </dgm:pt>
    <dgm:pt modelId="{A177300D-80EC-4224-A308-0A743500C6E8}" type="parTrans" cxnId="{8906776E-ACBF-4281-B0AC-B553BBFDA56B}">
      <dgm:prSet/>
      <dgm:spPr/>
      <dgm:t>
        <a:bodyPr/>
        <a:lstStyle/>
        <a:p>
          <a:endParaRPr lang="en-US"/>
        </a:p>
      </dgm:t>
    </dgm:pt>
    <dgm:pt modelId="{14B35F53-C052-46CC-887F-63219722BC01}" type="sibTrans" cxnId="{8906776E-ACBF-4281-B0AC-B553BBFDA56B}">
      <dgm:prSet/>
      <dgm:spPr/>
      <dgm:t>
        <a:bodyPr/>
        <a:lstStyle/>
        <a:p>
          <a:endParaRPr lang="en-US"/>
        </a:p>
      </dgm:t>
    </dgm:pt>
    <dgm:pt modelId="{FA812920-E8AD-4DEF-9E0E-F178620F5FF6}">
      <dgm:prSet/>
      <dgm:spPr/>
      <dgm:t>
        <a:bodyPr/>
        <a:lstStyle/>
        <a:p>
          <a:r>
            <a:rPr lang="en-GB"/>
            <a:t>Patients can be saved the problems of medication errors when interventions such as prescription reviews are regularly conducted. </a:t>
          </a:r>
          <a:endParaRPr lang="en-US"/>
        </a:p>
      </dgm:t>
    </dgm:pt>
    <dgm:pt modelId="{BC07CEDC-E73C-457C-9A4A-7E6D40A4B27F}" type="parTrans" cxnId="{2DEE5A72-C1CC-470E-ADBF-6BF7D93BA4D9}">
      <dgm:prSet/>
      <dgm:spPr/>
      <dgm:t>
        <a:bodyPr/>
        <a:lstStyle/>
        <a:p>
          <a:endParaRPr lang="en-US"/>
        </a:p>
      </dgm:t>
    </dgm:pt>
    <dgm:pt modelId="{2DC19A6D-C65A-4064-AE7E-CD34F8CF0436}" type="sibTrans" cxnId="{2DEE5A72-C1CC-470E-ADBF-6BF7D93BA4D9}">
      <dgm:prSet/>
      <dgm:spPr/>
      <dgm:t>
        <a:bodyPr/>
        <a:lstStyle/>
        <a:p>
          <a:endParaRPr lang="en-US"/>
        </a:p>
      </dgm:t>
    </dgm:pt>
    <dgm:pt modelId="{5D6EAE5F-EF18-4D89-A69D-0BAECFC923D5}" type="pres">
      <dgm:prSet presAssocID="{5DD8EF9C-A04B-4248-AF93-D9BA22DE4263}" presName="diagram" presStyleCnt="0">
        <dgm:presLayoutVars>
          <dgm:dir/>
          <dgm:resizeHandles val="exact"/>
        </dgm:presLayoutVars>
      </dgm:prSet>
      <dgm:spPr/>
      <dgm:t>
        <a:bodyPr/>
        <a:lstStyle/>
        <a:p>
          <a:endParaRPr lang="en-US"/>
        </a:p>
      </dgm:t>
    </dgm:pt>
    <dgm:pt modelId="{B4AD19DF-B6BF-4CB1-AF4D-26CBF1BC70B8}" type="pres">
      <dgm:prSet presAssocID="{33D420EC-A3DE-42EF-B60D-CAD297E34F9F}" presName="node" presStyleLbl="node1" presStyleIdx="0" presStyleCnt="3">
        <dgm:presLayoutVars>
          <dgm:bulletEnabled val="1"/>
        </dgm:presLayoutVars>
      </dgm:prSet>
      <dgm:spPr/>
      <dgm:t>
        <a:bodyPr/>
        <a:lstStyle/>
        <a:p>
          <a:endParaRPr lang="en-US"/>
        </a:p>
      </dgm:t>
    </dgm:pt>
    <dgm:pt modelId="{6E195BD5-3C15-4259-B266-7FB1401B352E}" type="pres">
      <dgm:prSet presAssocID="{853095B4-FD01-408F-9745-EE4CE4CE9AE4}" presName="sibTrans" presStyleCnt="0"/>
      <dgm:spPr/>
    </dgm:pt>
    <dgm:pt modelId="{3C6E5B97-1C8C-4219-A475-75C1D2EDF306}" type="pres">
      <dgm:prSet presAssocID="{E90F3361-964E-4A46-9A26-657406F63F63}" presName="node" presStyleLbl="node1" presStyleIdx="1" presStyleCnt="3">
        <dgm:presLayoutVars>
          <dgm:bulletEnabled val="1"/>
        </dgm:presLayoutVars>
      </dgm:prSet>
      <dgm:spPr/>
      <dgm:t>
        <a:bodyPr/>
        <a:lstStyle/>
        <a:p>
          <a:endParaRPr lang="en-US"/>
        </a:p>
      </dgm:t>
    </dgm:pt>
    <dgm:pt modelId="{8D298AA5-59C5-48A8-A0FB-C2F4C96A524C}" type="pres">
      <dgm:prSet presAssocID="{14B35F53-C052-46CC-887F-63219722BC01}" presName="sibTrans" presStyleCnt="0"/>
      <dgm:spPr/>
    </dgm:pt>
    <dgm:pt modelId="{0CCCFA36-C0FD-4CFF-BA34-A38C4417578E}" type="pres">
      <dgm:prSet presAssocID="{FA812920-E8AD-4DEF-9E0E-F178620F5FF6}" presName="node" presStyleLbl="node1" presStyleIdx="2" presStyleCnt="3">
        <dgm:presLayoutVars>
          <dgm:bulletEnabled val="1"/>
        </dgm:presLayoutVars>
      </dgm:prSet>
      <dgm:spPr/>
      <dgm:t>
        <a:bodyPr/>
        <a:lstStyle/>
        <a:p>
          <a:endParaRPr lang="en-US"/>
        </a:p>
      </dgm:t>
    </dgm:pt>
  </dgm:ptLst>
  <dgm:cxnLst>
    <dgm:cxn modelId="{F5D4EF84-B400-4FB4-8D68-F84CC6912942}" type="presOf" srcId="{33D420EC-A3DE-42EF-B60D-CAD297E34F9F}" destId="{B4AD19DF-B6BF-4CB1-AF4D-26CBF1BC70B8}" srcOrd="0" destOrd="0" presId="urn:microsoft.com/office/officeart/2005/8/layout/default"/>
    <dgm:cxn modelId="{FCA438C0-B05E-4EC7-9F92-E44FE9FB1AC0}" type="presOf" srcId="{FA812920-E8AD-4DEF-9E0E-F178620F5FF6}" destId="{0CCCFA36-C0FD-4CFF-BA34-A38C4417578E}" srcOrd="0" destOrd="0" presId="urn:microsoft.com/office/officeart/2005/8/layout/default"/>
    <dgm:cxn modelId="{69FEC365-983F-435A-BC5C-FCE27B9E27EA}" srcId="{5DD8EF9C-A04B-4248-AF93-D9BA22DE4263}" destId="{33D420EC-A3DE-42EF-B60D-CAD297E34F9F}" srcOrd="0" destOrd="0" parTransId="{F6222B09-8C3F-4CE3-8B40-4276DFC002DD}" sibTransId="{853095B4-FD01-408F-9745-EE4CE4CE9AE4}"/>
    <dgm:cxn modelId="{2DEE5A72-C1CC-470E-ADBF-6BF7D93BA4D9}" srcId="{5DD8EF9C-A04B-4248-AF93-D9BA22DE4263}" destId="{FA812920-E8AD-4DEF-9E0E-F178620F5FF6}" srcOrd="2" destOrd="0" parTransId="{BC07CEDC-E73C-457C-9A4A-7E6D40A4B27F}" sibTransId="{2DC19A6D-C65A-4064-AE7E-CD34F8CF0436}"/>
    <dgm:cxn modelId="{B310EC20-2C6E-4625-9227-FA337B050439}" type="presOf" srcId="{5DD8EF9C-A04B-4248-AF93-D9BA22DE4263}" destId="{5D6EAE5F-EF18-4D89-A69D-0BAECFC923D5}" srcOrd="0" destOrd="0" presId="urn:microsoft.com/office/officeart/2005/8/layout/default"/>
    <dgm:cxn modelId="{8906776E-ACBF-4281-B0AC-B553BBFDA56B}" srcId="{5DD8EF9C-A04B-4248-AF93-D9BA22DE4263}" destId="{E90F3361-964E-4A46-9A26-657406F63F63}" srcOrd="1" destOrd="0" parTransId="{A177300D-80EC-4224-A308-0A743500C6E8}" sibTransId="{14B35F53-C052-46CC-887F-63219722BC01}"/>
    <dgm:cxn modelId="{C1514724-B6E5-4CC1-ADD5-765FFB479CD8}" type="presOf" srcId="{E90F3361-964E-4A46-9A26-657406F63F63}" destId="{3C6E5B97-1C8C-4219-A475-75C1D2EDF306}" srcOrd="0" destOrd="0" presId="urn:microsoft.com/office/officeart/2005/8/layout/default"/>
    <dgm:cxn modelId="{84622640-2798-44AD-B9DD-594A7CAE48B2}" type="presParOf" srcId="{5D6EAE5F-EF18-4D89-A69D-0BAECFC923D5}" destId="{B4AD19DF-B6BF-4CB1-AF4D-26CBF1BC70B8}" srcOrd="0" destOrd="0" presId="urn:microsoft.com/office/officeart/2005/8/layout/default"/>
    <dgm:cxn modelId="{67B2D5C6-9CD7-4E39-9F8A-E0A96BB7094F}" type="presParOf" srcId="{5D6EAE5F-EF18-4D89-A69D-0BAECFC923D5}" destId="{6E195BD5-3C15-4259-B266-7FB1401B352E}" srcOrd="1" destOrd="0" presId="urn:microsoft.com/office/officeart/2005/8/layout/default"/>
    <dgm:cxn modelId="{F25088FC-8B2E-4038-AFCF-A1337F0B1471}" type="presParOf" srcId="{5D6EAE5F-EF18-4D89-A69D-0BAECFC923D5}" destId="{3C6E5B97-1C8C-4219-A475-75C1D2EDF306}" srcOrd="2" destOrd="0" presId="urn:microsoft.com/office/officeart/2005/8/layout/default"/>
    <dgm:cxn modelId="{F8249DE8-11DD-4CA1-ACB1-35B4BD018038}" type="presParOf" srcId="{5D6EAE5F-EF18-4D89-A69D-0BAECFC923D5}" destId="{8D298AA5-59C5-48A8-A0FB-C2F4C96A524C}" srcOrd="3" destOrd="0" presId="urn:microsoft.com/office/officeart/2005/8/layout/default"/>
    <dgm:cxn modelId="{A9BE6C34-0BD3-4494-86CB-CFB9E39C6FE7}" type="presParOf" srcId="{5D6EAE5F-EF18-4D89-A69D-0BAECFC923D5}" destId="{0CCCFA36-C0FD-4CFF-BA34-A38C4417578E}"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70ACB99-49A5-464E-8D23-4933D032A61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93F78BD-6691-4B44-99BD-66F36498FD98}">
      <dgm:prSet custT="1"/>
      <dgm:spPr/>
      <dgm:t>
        <a:bodyPr/>
        <a:lstStyle/>
        <a:p>
          <a:r>
            <a:rPr lang="en-GB" sz="2800" dirty="0"/>
            <a:t>1. To investigate the incidence of medication errors in acute and chronic disease condition. </a:t>
          </a:r>
          <a:endParaRPr lang="en-US" sz="2800" dirty="0"/>
        </a:p>
      </dgm:t>
    </dgm:pt>
    <dgm:pt modelId="{A96C7604-09F5-46CC-A835-CB56A7C264AB}" type="parTrans" cxnId="{D38AF5C6-5982-4E90-834B-67694B818007}">
      <dgm:prSet/>
      <dgm:spPr/>
      <dgm:t>
        <a:bodyPr/>
        <a:lstStyle/>
        <a:p>
          <a:endParaRPr lang="en-US" sz="2800"/>
        </a:p>
      </dgm:t>
    </dgm:pt>
    <dgm:pt modelId="{E3F0D2D7-8187-4F72-8093-28EADEA61A77}" type="sibTrans" cxnId="{D38AF5C6-5982-4E90-834B-67694B818007}">
      <dgm:prSet/>
      <dgm:spPr/>
      <dgm:t>
        <a:bodyPr/>
        <a:lstStyle/>
        <a:p>
          <a:endParaRPr lang="en-US" sz="2800"/>
        </a:p>
      </dgm:t>
    </dgm:pt>
    <dgm:pt modelId="{5AC3770F-18E0-4323-88D1-EFB30B75F895}">
      <dgm:prSet custT="1"/>
      <dgm:spPr/>
      <dgm:t>
        <a:bodyPr/>
        <a:lstStyle/>
        <a:p>
          <a:r>
            <a:rPr lang="en-GB" sz="2800" dirty="0"/>
            <a:t>2. To evaluate the cost of medication errors to patients and the Health </a:t>
          </a:r>
          <a:r>
            <a:rPr lang="en-GB" sz="2800" dirty="0" err="1"/>
            <a:t>Sytem</a:t>
          </a:r>
          <a:endParaRPr lang="en-US" sz="2800" dirty="0"/>
        </a:p>
      </dgm:t>
    </dgm:pt>
    <dgm:pt modelId="{6D56001F-A48A-44B1-B81A-8993F445E104}" type="parTrans" cxnId="{E178D917-3E6C-4FA5-A1F4-5A3712120039}">
      <dgm:prSet/>
      <dgm:spPr/>
      <dgm:t>
        <a:bodyPr/>
        <a:lstStyle/>
        <a:p>
          <a:endParaRPr lang="en-US" sz="2800"/>
        </a:p>
      </dgm:t>
    </dgm:pt>
    <dgm:pt modelId="{55A84C82-58AD-4CED-B06D-B3467332C66A}" type="sibTrans" cxnId="{E178D917-3E6C-4FA5-A1F4-5A3712120039}">
      <dgm:prSet/>
      <dgm:spPr/>
      <dgm:t>
        <a:bodyPr/>
        <a:lstStyle/>
        <a:p>
          <a:endParaRPr lang="en-US" sz="2800"/>
        </a:p>
      </dgm:t>
    </dgm:pt>
    <dgm:pt modelId="{B196E114-513C-46A2-B612-5E4DC19DEA7A}">
      <dgm:prSet custT="1"/>
      <dgm:spPr/>
      <dgm:t>
        <a:bodyPr/>
        <a:lstStyle/>
        <a:p>
          <a:r>
            <a:rPr lang="en-GB" sz="2800" dirty="0"/>
            <a:t>3. To ascertain the saved cost of Medication errors to patients and the Health care system</a:t>
          </a:r>
          <a:endParaRPr lang="en-US" sz="2800" dirty="0"/>
        </a:p>
      </dgm:t>
    </dgm:pt>
    <dgm:pt modelId="{F2730905-07CC-4035-9453-535876F1FB92}" type="parTrans" cxnId="{F491BC64-4277-4C62-9133-0057F738B6B2}">
      <dgm:prSet/>
      <dgm:spPr/>
      <dgm:t>
        <a:bodyPr/>
        <a:lstStyle/>
        <a:p>
          <a:endParaRPr lang="en-US" sz="2800"/>
        </a:p>
      </dgm:t>
    </dgm:pt>
    <dgm:pt modelId="{16458E34-948E-471E-B37F-ADFDBAD3992C}" type="sibTrans" cxnId="{F491BC64-4277-4C62-9133-0057F738B6B2}">
      <dgm:prSet/>
      <dgm:spPr/>
      <dgm:t>
        <a:bodyPr/>
        <a:lstStyle/>
        <a:p>
          <a:endParaRPr lang="en-US" sz="2800"/>
        </a:p>
      </dgm:t>
    </dgm:pt>
    <dgm:pt modelId="{6382F4B0-BD0B-4829-B1BC-EEA92E116894}" type="pres">
      <dgm:prSet presAssocID="{A70ACB99-49A5-464E-8D23-4933D032A61B}" presName="linear" presStyleCnt="0">
        <dgm:presLayoutVars>
          <dgm:dir/>
          <dgm:animLvl val="lvl"/>
          <dgm:resizeHandles val="exact"/>
        </dgm:presLayoutVars>
      </dgm:prSet>
      <dgm:spPr/>
      <dgm:t>
        <a:bodyPr/>
        <a:lstStyle/>
        <a:p>
          <a:endParaRPr lang="en-US"/>
        </a:p>
      </dgm:t>
    </dgm:pt>
    <dgm:pt modelId="{5A2E3DEE-9A4E-4DEF-86AF-224C069791CD}" type="pres">
      <dgm:prSet presAssocID="{093F78BD-6691-4B44-99BD-66F36498FD98}" presName="parentLin" presStyleCnt="0"/>
      <dgm:spPr/>
    </dgm:pt>
    <dgm:pt modelId="{2296210C-68E1-4A92-9C53-F37C5004EA7B}" type="pres">
      <dgm:prSet presAssocID="{093F78BD-6691-4B44-99BD-66F36498FD98}" presName="parentLeftMargin" presStyleLbl="node1" presStyleIdx="0" presStyleCnt="3"/>
      <dgm:spPr/>
      <dgm:t>
        <a:bodyPr/>
        <a:lstStyle/>
        <a:p>
          <a:endParaRPr lang="en-US"/>
        </a:p>
      </dgm:t>
    </dgm:pt>
    <dgm:pt modelId="{7807D243-B7EF-4FD4-B0D4-AB913607F8BE}" type="pres">
      <dgm:prSet presAssocID="{093F78BD-6691-4B44-99BD-66F36498FD98}" presName="parentText" presStyleLbl="node1" presStyleIdx="0" presStyleCnt="3">
        <dgm:presLayoutVars>
          <dgm:chMax val="0"/>
          <dgm:bulletEnabled val="1"/>
        </dgm:presLayoutVars>
      </dgm:prSet>
      <dgm:spPr/>
      <dgm:t>
        <a:bodyPr/>
        <a:lstStyle/>
        <a:p>
          <a:endParaRPr lang="en-US"/>
        </a:p>
      </dgm:t>
    </dgm:pt>
    <dgm:pt modelId="{33F6122D-15CC-43F6-ABBC-C579C523A370}" type="pres">
      <dgm:prSet presAssocID="{093F78BD-6691-4B44-99BD-66F36498FD98}" presName="negativeSpace" presStyleCnt="0"/>
      <dgm:spPr/>
    </dgm:pt>
    <dgm:pt modelId="{A3B84EB4-374F-479C-9791-4079357581FB}" type="pres">
      <dgm:prSet presAssocID="{093F78BD-6691-4B44-99BD-66F36498FD98}" presName="childText" presStyleLbl="conFgAcc1" presStyleIdx="0" presStyleCnt="3">
        <dgm:presLayoutVars>
          <dgm:bulletEnabled val="1"/>
        </dgm:presLayoutVars>
      </dgm:prSet>
      <dgm:spPr/>
    </dgm:pt>
    <dgm:pt modelId="{168F8F8D-AD47-485C-A902-57E66D274148}" type="pres">
      <dgm:prSet presAssocID="{E3F0D2D7-8187-4F72-8093-28EADEA61A77}" presName="spaceBetweenRectangles" presStyleCnt="0"/>
      <dgm:spPr/>
    </dgm:pt>
    <dgm:pt modelId="{3981F6B6-C825-4220-A453-4173FBA2F3CF}" type="pres">
      <dgm:prSet presAssocID="{5AC3770F-18E0-4323-88D1-EFB30B75F895}" presName="parentLin" presStyleCnt="0"/>
      <dgm:spPr/>
    </dgm:pt>
    <dgm:pt modelId="{F9C4351C-2222-47DC-B9C5-ABACF5A3A7A0}" type="pres">
      <dgm:prSet presAssocID="{5AC3770F-18E0-4323-88D1-EFB30B75F895}" presName="parentLeftMargin" presStyleLbl="node1" presStyleIdx="0" presStyleCnt="3"/>
      <dgm:spPr/>
      <dgm:t>
        <a:bodyPr/>
        <a:lstStyle/>
        <a:p>
          <a:endParaRPr lang="en-US"/>
        </a:p>
      </dgm:t>
    </dgm:pt>
    <dgm:pt modelId="{888126EA-9A0D-4B34-98B0-46B5E3CDF5A4}" type="pres">
      <dgm:prSet presAssocID="{5AC3770F-18E0-4323-88D1-EFB30B75F895}" presName="parentText" presStyleLbl="node1" presStyleIdx="1" presStyleCnt="3">
        <dgm:presLayoutVars>
          <dgm:chMax val="0"/>
          <dgm:bulletEnabled val="1"/>
        </dgm:presLayoutVars>
      </dgm:prSet>
      <dgm:spPr/>
      <dgm:t>
        <a:bodyPr/>
        <a:lstStyle/>
        <a:p>
          <a:endParaRPr lang="en-US"/>
        </a:p>
      </dgm:t>
    </dgm:pt>
    <dgm:pt modelId="{6393D96C-B8F8-44FE-8430-6999E39F0743}" type="pres">
      <dgm:prSet presAssocID="{5AC3770F-18E0-4323-88D1-EFB30B75F895}" presName="negativeSpace" presStyleCnt="0"/>
      <dgm:spPr/>
    </dgm:pt>
    <dgm:pt modelId="{AA4DB81C-6A12-4BFF-B470-3A7FF1F3D67B}" type="pres">
      <dgm:prSet presAssocID="{5AC3770F-18E0-4323-88D1-EFB30B75F895}" presName="childText" presStyleLbl="conFgAcc1" presStyleIdx="1" presStyleCnt="3">
        <dgm:presLayoutVars>
          <dgm:bulletEnabled val="1"/>
        </dgm:presLayoutVars>
      </dgm:prSet>
      <dgm:spPr/>
    </dgm:pt>
    <dgm:pt modelId="{D0C5824F-C16E-4985-8A74-FA3E5126208A}" type="pres">
      <dgm:prSet presAssocID="{55A84C82-58AD-4CED-B06D-B3467332C66A}" presName="spaceBetweenRectangles" presStyleCnt="0"/>
      <dgm:spPr/>
    </dgm:pt>
    <dgm:pt modelId="{8770A7F3-2D3C-4E14-8054-0AB57F526FCC}" type="pres">
      <dgm:prSet presAssocID="{B196E114-513C-46A2-B612-5E4DC19DEA7A}" presName="parentLin" presStyleCnt="0"/>
      <dgm:spPr/>
    </dgm:pt>
    <dgm:pt modelId="{521499B3-F16B-4199-9514-0C1DA2B1D4FE}" type="pres">
      <dgm:prSet presAssocID="{B196E114-513C-46A2-B612-5E4DC19DEA7A}" presName="parentLeftMargin" presStyleLbl="node1" presStyleIdx="1" presStyleCnt="3"/>
      <dgm:spPr/>
      <dgm:t>
        <a:bodyPr/>
        <a:lstStyle/>
        <a:p>
          <a:endParaRPr lang="en-US"/>
        </a:p>
      </dgm:t>
    </dgm:pt>
    <dgm:pt modelId="{426E8929-7FFA-409E-9568-01A5A25395E3}" type="pres">
      <dgm:prSet presAssocID="{B196E114-513C-46A2-B612-5E4DC19DEA7A}" presName="parentText" presStyleLbl="node1" presStyleIdx="2" presStyleCnt="3">
        <dgm:presLayoutVars>
          <dgm:chMax val="0"/>
          <dgm:bulletEnabled val="1"/>
        </dgm:presLayoutVars>
      </dgm:prSet>
      <dgm:spPr/>
      <dgm:t>
        <a:bodyPr/>
        <a:lstStyle/>
        <a:p>
          <a:endParaRPr lang="en-US"/>
        </a:p>
      </dgm:t>
    </dgm:pt>
    <dgm:pt modelId="{3C1E52F6-1008-4196-A64D-69F0FE18C67D}" type="pres">
      <dgm:prSet presAssocID="{B196E114-513C-46A2-B612-5E4DC19DEA7A}" presName="negativeSpace" presStyleCnt="0"/>
      <dgm:spPr/>
    </dgm:pt>
    <dgm:pt modelId="{0B57E4CC-D922-45BD-8478-8D079FC80124}" type="pres">
      <dgm:prSet presAssocID="{B196E114-513C-46A2-B612-5E4DC19DEA7A}" presName="childText" presStyleLbl="conFgAcc1" presStyleIdx="2" presStyleCnt="3">
        <dgm:presLayoutVars>
          <dgm:bulletEnabled val="1"/>
        </dgm:presLayoutVars>
      </dgm:prSet>
      <dgm:spPr/>
    </dgm:pt>
  </dgm:ptLst>
  <dgm:cxnLst>
    <dgm:cxn modelId="{C6983CEC-2792-4DC2-A671-0A21A5CC046C}" type="presOf" srcId="{B196E114-513C-46A2-B612-5E4DC19DEA7A}" destId="{426E8929-7FFA-409E-9568-01A5A25395E3}" srcOrd="1" destOrd="0" presId="urn:microsoft.com/office/officeart/2005/8/layout/list1"/>
    <dgm:cxn modelId="{941FF860-C802-4EBE-BD1C-3D0A772176D1}" type="presOf" srcId="{A70ACB99-49A5-464E-8D23-4933D032A61B}" destId="{6382F4B0-BD0B-4829-B1BC-EEA92E116894}" srcOrd="0" destOrd="0" presId="urn:microsoft.com/office/officeart/2005/8/layout/list1"/>
    <dgm:cxn modelId="{7EC3011B-C36A-4DB1-910A-3D5271B4794A}" type="presOf" srcId="{5AC3770F-18E0-4323-88D1-EFB30B75F895}" destId="{F9C4351C-2222-47DC-B9C5-ABACF5A3A7A0}" srcOrd="0" destOrd="0" presId="urn:microsoft.com/office/officeart/2005/8/layout/list1"/>
    <dgm:cxn modelId="{CC6EBEB4-FA33-405D-8318-673E5D9B9D1A}" type="presOf" srcId="{093F78BD-6691-4B44-99BD-66F36498FD98}" destId="{7807D243-B7EF-4FD4-B0D4-AB913607F8BE}" srcOrd="1" destOrd="0" presId="urn:microsoft.com/office/officeart/2005/8/layout/list1"/>
    <dgm:cxn modelId="{F491BC64-4277-4C62-9133-0057F738B6B2}" srcId="{A70ACB99-49A5-464E-8D23-4933D032A61B}" destId="{B196E114-513C-46A2-B612-5E4DC19DEA7A}" srcOrd="2" destOrd="0" parTransId="{F2730905-07CC-4035-9453-535876F1FB92}" sibTransId="{16458E34-948E-471E-B37F-ADFDBAD3992C}"/>
    <dgm:cxn modelId="{9DDBA8BB-58EB-4663-8357-4E24B5101A07}" type="presOf" srcId="{5AC3770F-18E0-4323-88D1-EFB30B75F895}" destId="{888126EA-9A0D-4B34-98B0-46B5E3CDF5A4}" srcOrd="1" destOrd="0" presId="urn:microsoft.com/office/officeart/2005/8/layout/list1"/>
    <dgm:cxn modelId="{E178D917-3E6C-4FA5-A1F4-5A3712120039}" srcId="{A70ACB99-49A5-464E-8D23-4933D032A61B}" destId="{5AC3770F-18E0-4323-88D1-EFB30B75F895}" srcOrd="1" destOrd="0" parTransId="{6D56001F-A48A-44B1-B81A-8993F445E104}" sibTransId="{55A84C82-58AD-4CED-B06D-B3467332C66A}"/>
    <dgm:cxn modelId="{D38AF5C6-5982-4E90-834B-67694B818007}" srcId="{A70ACB99-49A5-464E-8D23-4933D032A61B}" destId="{093F78BD-6691-4B44-99BD-66F36498FD98}" srcOrd="0" destOrd="0" parTransId="{A96C7604-09F5-46CC-A835-CB56A7C264AB}" sibTransId="{E3F0D2D7-8187-4F72-8093-28EADEA61A77}"/>
    <dgm:cxn modelId="{6D78F338-37DF-4B86-A883-74D35A15DAE4}" type="presOf" srcId="{093F78BD-6691-4B44-99BD-66F36498FD98}" destId="{2296210C-68E1-4A92-9C53-F37C5004EA7B}" srcOrd="0" destOrd="0" presId="urn:microsoft.com/office/officeart/2005/8/layout/list1"/>
    <dgm:cxn modelId="{F2A6B4A7-02D0-4704-B95D-2EC6BAFC66BF}" type="presOf" srcId="{B196E114-513C-46A2-B612-5E4DC19DEA7A}" destId="{521499B3-F16B-4199-9514-0C1DA2B1D4FE}" srcOrd="0" destOrd="0" presId="urn:microsoft.com/office/officeart/2005/8/layout/list1"/>
    <dgm:cxn modelId="{26E5F810-8F85-4B66-AA89-27C1A50BD71A}" type="presParOf" srcId="{6382F4B0-BD0B-4829-B1BC-EEA92E116894}" destId="{5A2E3DEE-9A4E-4DEF-86AF-224C069791CD}" srcOrd="0" destOrd="0" presId="urn:microsoft.com/office/officeart/2005/8/layout/list1"/>
    <dgm:cxn modelId="{DEBEE4C5-BD4D-4918-AE5D-FDD6CA809BC1}" type="presParOf" srcId="{5A2E3DEE-9A4E-4DEF-86AF-224C069791CD}" destId="{2296210C-68E1-4A92-9C53-F37C5004EA7B}" srcOrd="0" destOrd="0" presId="urn:microsoft.com/office/officeart/2005/8/layout/list1"/>
    <dgm:cxn modelId="{2D87622E-0A9B-4351-9B2D-6A4494C130DF}" type="presParOf" srcId="{5A2E3DEE-9A4E-4DEF-86AF-224C069791CD}" destId="{7807D243-B7EF-4FD4-B0D4-AB913607F8BE}" srcOrd="1" destOrd="0" presId="urn:microsoft.com/office/officeart/2005/8/layout/list1"/>
    <dgm:cxn modelId="{ABB54F81-595F-420D-933E-43A2C3DEC4C4}" type="presParOf" srcId="{6382F4B0-BD0B-4829-B1BC-EEA92E116894}" destId="{33F6122D-15CC-43F6-ABBC-C579C523A370}" srcOrd="1" destOrd="0" presId="urn:microsoft.com/office/officeart/2005/8/layout/list1"/>
    <dgm:cxn modelId="{B8D1E464-C016-42CD-A83C-AE096C61D861}" type="presParOf" srcId="{6382F4B0-BD0B-4829-B1BC-EEA92E116894}" destId="{A3B84EB4-374F-479C-9791-4079357581FB}" srcOrd="2" destOrd="0" presId="urn:microsoft.com/office/officeart/2005/8/layout/list1"/>
    <dgm:cxn modelId="{B6FFD474-ACDD-404E-981C-3283D986E5F5}" type="presParOf" srcId="{6382F4B0-BD0B-4829-B1BC-EEA92E116894}" destId="{168F8F8D-AD47-485C-A902-57E66D274148}" srcOrd="3" destOrd="0" presId="urn:microsoft.com/office/officeart/2005/8/layout/list1"/>
    <dgm:cxn modelId="{64A33B2E-CD0E-4E5C-A030-B18F165BD99B}" type="presParOf" srcId="{6382F4B0-BD0B-4829-B1BC-EEA92E116894}" destId="{3981F6B6-C825-4220-A453-4173FBA2F3CF}" srcOrd="4" destOrd="0" presId="urn:microsoft.com/office/officeart/2005/8/layout/list1"/>
    <dgm:cxn modelId="{430B4328-5B77-4BE5-A09F-EC05E4CE7A93}" type="presParOf" srcId="{3981F6B6-C825-4220-A453-4173FBA2F3CF}" destId="{F9C4351C-2222-47DC-B9C5-ABACF5A3A7A0}" srcOrd="0" destOrd="0" presId="urn:microsoft.com/office/officeart/2005/8/layout/list1"/>
    <dgm:cxn modelId="{4D1BE618-6F3F-4FC8-80AD-F253B36EB213}" type="presParOf" srcId="{3981F6B6-C825-4220-A453-4173FBA2F3CF}" destId="{888126EA-9A0D-4B34-98B0-46B5E3CDF5A4}" srcOrd="1" destOrd="0" presId="urn:microsoft.com/office/officeart/2005/8/layout/list1"/>
    <dgm:cxn modelId="{6E738384-9B53-442C-B084-33187975B5ED}" type="presParOf" srcId="{6382F4B0-BD0B-4829-B1BC-EEA92E116894}" destId="{6393D96C-B8F8-44FE-8430-6999E39F0743}" srcOrd="5" destOrd="0" presId="urn:microsoft.com/office/officeart/2005/8/layout/list1"/>
    <dgm:cxn modelId="{2F288773-6181-4469-9EC3-31C74544EF1A}" type="presParOf" srcId="{6382F4B0-BD0B-4829-B1BC-EEA92E116894}" destId="{AA4DB81C-6A12-4BFF-B470-3A7FF1F3D67B}" srcOrd="6" destOrd="0" presId="urn:microsoft.com/office/officeart/2005/8/layout/list1"/>
    <dgm:cxn modelId="{526CD7C6-B218-4F13-9C5D-25BD901B322C}" type="presParOf" srcId="{6382F4B0-BD0B-4829-B1BC-EEA92E116894}" destId="{D0C5824F-C16E-4985-8A74-FA3E5126208A}" srcOrd="7" destOrd="0" presId="urn:microsoft.com/office/officeart/2005/8/layout/list1"/>
    <dgm:cxn modelId="{50B7A234-0274-4454-8480-B662B4CFBC3B}" type="presParOf" srcId="{6382F4B0-BD0B-4829-B1BC-EEA92E116894}" destId="{8770A7F3-2D3C-4E14-8054-0AB57F526FCC}" srcOrd="8" destOrd="0" presId="urn:microsoft.com/office/officeart/2005/8/layout/list1"/>
    <dgm:cxn modelId="{D1558B69-3D9E-446C-89DF-F435953DADF4}" type="presParOf" srcId="{8770A7F3-2D3C-4E14-8054-0AB57F526FCC}" destId="{521499B3-F16B-4199-9514-0C1DA2B1D4FE}" srcOrd="0" destOrd="0" presId="urn:microsoft.com/office/officeart/2005/8/layout/list1"/>
    <dgm:cxn modelId="{FB8557EA-5D9E-4183-9BB4-395F126DCF94}" type="presParOf" srcId="{8770A7F3-2D3C-4E14-8054-0AB57F526FCC}" destId="{426E8929-7FFA-409E-9568-01A5A25395E3}" srcOrd="1" destOrd="0" presId="urn:microsoft.com/office/officeart/2005/8/layout/list1"/>
    <dgm:cxn modelId="{8C6313B5-0542-4E17-B1A6-9E389CAF2955}" type="presParOf" srcId="{6382F4B0-BD0B-4829-B1BC-EEA92E116894}" destId="{3C1E52F6-1008-4196-A64D-69F0FE18C67D}" srcOrd="9" destOrd="0" presId="urn:microsoft.com/office/officeart/2005/8/layout/list1"/>
    <dgm:cxn modelId="{5683405C-AA15-49CA-A62E-ACB9AB875DE9}" type="presParOf" srcId="{6382F4B0-BD0B-4829-B1BC-EEA92E116894}" destId="{0B57E4CC-D922-45BD-8478-8D079FC8012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FBED92B-448D-417D-B112-599D900EF4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609B363-B87F-4064-9B90-4C5C75E3E6B8}">
      <dgm:prSet/>
      <dgm:spPr/>
      <dgm:t>
        <a:bodyPr/>
        <a:lstStyle/>
        <a:p>
          <a:r>
            <a:rPr lang="en-GB" b="1"/>
            <a:t>Study Design</a:t>
          </a:r>
          <a:endParaRPr lang="en-US"/>
        </a:p>
      </dgm:t>
    </dgm:pt>
    <dgm:pt modelId="{09E24201-FAE7-467D-958D-6F78221C7707}" type="parTrans" cxnId="{01E358D6-FF3A-473E-8FDB-58E701B12F2E}">
      <dgm:prSet/>
      <dgm:spPr/>
      <dgm:t>
        <a:bodyPr/>
        <a:lstStyle/>
        <a:p>
          <a:endParaRPr lang="en-US"/>
        </a:p>
      </dgm:t>
    </dgm:pt>
    <dgm:pt modelId="{6CC8E5F8-4061-439A-8D66-D2BC51E05540}" type="sibTrans" cxnId="{01E358D6-FF3A-473E-8FDB-58E701B12F2E}">
      <dgm:prSet/>
      <dgm:spPr/>
      <dgm:t>
        <a:bodyPr/>
        <a:lstStyle/>
        <a:p>
          <a:endParaRPr lang="en-US"/>
        </a:p>
      </dgm:t>
    </dgm:pt>
    <dgm:pt modelId="{BE71C96A-35A6-4F2D-9AC7-6E8FE145DED2}">
      <dgm:prSet/>
      <dgm:spPr/>
      <dgm:t>
        <a:bodyPr/>
        <a:lstStyle/>
        <a:p>
          <a:r>
            <a:rPr lang="en-GB"/>
            <a:t>The study design was a retrospective study. </a:t>
          </a:r>
          <a:endParaRPr lang="en-US"/>
        </a:p>
      </dgm:t>
    </dgm:pt>
    <dgm:pt modelId="{B18BF291-DC37-43E7-930E-EBFD080B9C30}" type="parTrans" cxnId="{DE557A02-8EDB-4D14-900A-CD87483C78E1}">
      <dgm:prSet/>
      <dgm:spPr/>
      <dgm:t>
        <a:bodyPr/>
        <a:lstStyle/>
        <a:p>
          <a:endParaRPr lang="en-US"/>
        </a:p>
      </dgm:t>
    </dgm:pt>
    <dgm:pt modelId="{3B046331-550A-4F0C-A25D-95FAFC1421E2}" type="sibTrans" cxnId="{DE557A02-8EDB-4D14-900A-CD87483C78E1}">
      <dgm:prSet/>
      <dgm:spPr/>
      <dgm:t>
        <a:bodyPr/>
        <a:lstStyle/>
        <a:p>
          <a:endParaRPr lang="en-US"/>
        </a:p>
      </dgm:t>
    </dgm:pt>
    <dgm:pt modelId="{B5750C2C-F88A-4A5F-AD2E-5577F52ED33F}">
      <dgm:prSet/>
      <dgm:spPr/>
      <dgm:t>
        <a:bodyPr/>
        <a:lstStyle/>
        <a:p>
          <a:r>
            <a:rPr lang="en-GB" b="1"/>
            <a:t>Study Site: </a:t>
          </a:r>
          <a:endParaRPr lang="en-US"/>
        </a:p>
      </dgm:t>
    </dgm:pt>
    <dgm:pt modelId="{9024F70A-83FF-4587-9960-CC300F0B2E27}" type="parTrans" cxnId="{630D64BA-BC89-428E-9686-D34057B09FD9}">
      <dgm:prSet/>
      <dgm:spPr/>
      <dgm:t>
        <a:bodyPr/>
        <a:lstStyle/>
        <a:p>
          <a:endParaRPr lang="en-US"/>
        </a:p>
      </dgm:t>
    </dgm:pt>
    <dgm:pt modelId="{14DA23DA-70FD-4746-9FB6-2300D7F63D02}" type="sibTrans" cxnId="{630D64BA-BC89-428E-9686-D34057B09FD9}">
      <dgm:prSet/>
      <dgm:spPr/>
      <dgm:t>
        <a:bodyPr/>
        <a:lstStyle/>
        <a:p>
          <a:endParaRPr lang="en-US"/>
        </a:p>
      </dgm:t>
    </dgm:pt>
    <dgm:pt modelId="{E729145D-DF2C-4928-8A75-C8C6A41BB342}">
      <dgm:prSet/>
      <dgm:spPr/>
      <dgm:t>
        <a:bodyPr/>
        <a:lstStyle/>
        <a:p>
          <a:r>
            <a:rPr lang="en-GB"/>
            <a:t>The study retrospectively reviewed documented interventions made on medication error that had been submitted to the office of the Regional Chief Pharmacist at the Eastern Regional Health Directorate of the Eastern region over a period of 12 months (January 2018 to December, 2018). </a:t>
          </a:r>
          <a:endParaRPr lang="en-US"/>
        </a:p>
      </dgm:t>
    </dgm:pt>
    <dgm:pt modelId="{FCA8D84A-6C97-458A-A2E9-829E16A7DCDE}" type="parTrans" cxnId="{7C5C10A0-E5EE-422E-9E23-8D9C55A63DF9}">
      <dgm:prSet/>
      <dgm:spPr/>
      <dgm:t>
        <a:bodyPr/>
        <a:lstStyle/>
        <a:p>
          <a:endParaRPr lang="en-US"/>
        </a:p>
      </dgm:t>
    </dgm:pt>
    <dgm:pt modelId="{550DE609-AE67-4B63-A73E-CE49701B3969}" type="sibTrans" cxnId="{7C5C10A0-E5EE-422E-9E23-8D9C55A63DF9}">
      <dgm:prSet/>
      <dgm:spPr/>
      <dgm:t>
        <a:bodyPr/>
        <a:lstStyle/>
        <a:p>
          <a:endParaRPr lang="en-US"/>
        </a:p>
      </dgm:t>
    </dgm:pt>
    <dgm:pt modelId="{D2E5B444-10D3-469A-8D2C-0BAE45FA1E99}" type="pres">
      <dgm:prSet presAssocID="{1FBED92B-448D-417D-B112-599D900EF4B8}" presName="linear" presStyleCnt="0">
        <dgm:presLayoutVars>
          <dgm:animLvl val="lvl"/>
          <dgm:resizeHandles val="exact"/>
        </dgm:presLayoutVars>
      </dgm:prSet>
      <dgm:spPr/>
      <dgm:t>
        <a:bodyPr/>
        <a:lstStyle/>
        <a:p>
          <a:endParaRPr lang="en-US"/>
        </a:p>
      </dgm:t>
    </dgm:pt>
    <dgm:pt modelId="{85066E27-3BDC-4128-9E2F-56656FBABCD4}" type="pres">
      <dgm:prSet presAssocID="{4609B363-B87F-4064-9B90-4C5C75E3E6B8}" presName="parentText" presStyleLbl="node1" presStyleIdx="0" presStyleCnt="2">
        <dgm:presLayoutVars>
          <dgm:chMax val="0"/>
          <dgm:bulletEnabled val="1"/>
        </dgm:presLayoutVars>
      </dgm:prSet>
      <dgm:spPr/>
      <dgm:t>
        <a:bodyPr/>
        <a:lstStyle/>
        <a:p>
          <a:endParaRPr lang="en-US"/>
        </a:p>
      </dgm:t>
    </dgm:pt>
    <dgm:pt modelId="{5511D7AB-07DD-41CD-BA6D-98D70D53F6CB}" type="pres">
      <dgm:prSet presAssocID="{4609B363-B87F-4064-9B90-4C5C75E3E6B8}" presName="childText" presStyleLbl="revTx" presStyleIdx="0" presStyleCnt="2">
        <dgm:presLayoutVars>
          <dgm:bulletEnabled val="1"/>
        </dgm:presLayoutVars>
      </dgm:prSet>
      <dgm:spPr/>
      <dgm:t>
        <a:bodyPr/>
        <a:lstStyle/>
        <a:p>
          <a:endParaRPr lang="en-US"/>
        </a:p>
      </dgm:t>
    </dgm:pt>
    <dgm:pt modelId="{79B10D4A-1B82-4C1D-B44E-57B577ECEA20}" type="pres">
      <dgm:prSet presAssocID="{B5750C2C-F88A-4A5F-AD2E-5577F52ED33F}" presName="parentText" presStyleLbl="node1" presStyleIdx="1" presStyleCnt="2">
        <dgm:presLayoutVars>
          <dgm:chMax val="0"/>
          <dgm:bulletEnabled val="1"/>
        </dgm:presLayoutVars>
      </dgm:prSet>
      <dgm:spPr/>
      <dgm:t>
        <a:bodyPr/>
        <a:lstStyle/>
        <a:p>
          <a:endParaRPr lang="en-US"/>
        </a:p>
      </dgm:t>
    </dgm:pt>
    <dgm:pt modelId="{98BD29B6-69C4-44C2-9856-65513FDADDD2}" type="pres">
      <dgm:prSet presAssocID="{B5750C2C-F88A-4A5F-AD2E-5577F52ED33F}" presName="childText" presStyleLbl="revTx" presStyleIdx="1" presStyleCnt="2">
        <dgm:presLayoutVars>
          <dgm:bulletEnabled val="1"/>
        </dgm:presLayoutVars>
      </dgm:prSet>
      <dgm:spPr/>
      <dgm:t>
        <a:bodyPr/>
        <a:lstStyle/>
        <a:p>
          <a:endParaRPr lang="en-US"/>
        </a:p>
      </dgm:t>
    </dgm:pt>
  </dgm:ptLst>
  <dgm:cxnLst>
    <dgm:cxn modelId="{C10FDE41-D158-44B2-A1D9-EE3C3CF20774}" type="presOf" srcId="{E729145D-DF2C-4928-8A75-C8C6A41BB342}" destId="{98BD29B6-69C4-44C2-9856-65513FDADDD2}" srcOrd="0" destOrd="0" presId="urn:microsoft.com/office/officeart/2005/8/layout/vList2"/>
    <dgm:cxn modelId="{E2549138-C812-4EA2-A5CA-A40A88384568}" type="presOf" srcId="{BE71C96A-35A6-4F2D-9AC7-6E8FE145DED2}" destId="{5511D7AB-07DD-41CD-BA6D-98D70D53F6CB}" srcOrd="0" destOrd="0" presId="urn:microsoft.com/office/officeart/2005/8/layout/vList2"/>
    <dgm:cxn modelId="{C9C00A1C-90D4-4E2D-BB8E-B9258A718B3E}" type="presOf" srcId="{1FBED92B-448D-417D-B112-599D900EF4B8}" destId="{D2E5B444-10D3-469A-8D2C-0BAE45FA1E99}" srcOrd="0" destOrd="0" presId="urn:microsoft.com/office/officeart/2005/8/layout/vList2"/>
    <dgm:cxn modelId="{DE557A02-8EDB-4D14-900A-CD87483C78E1}" srcId="{4609B363-B87F-4064-9B90-4C5C75E3E6B8}" destId="{BE71C96A-35A6-4F2D-9AC7-6E8FE145DED2}" srcOrd="0" destOrd="0" parTransId="{B18BF291-DC37-43E7-930E-EBFD080B9C30}" sibTransId="{3B046331-550A-4F0C-A25D-95FAFC1421E2}"/>
    <dgm:cxn modelId="{A2DFAA6D-DE77-4ED4-8F5C-3BFDA265B2FC}" type="presOf" srcId="{B5750C2C-F88A-4A5F-AD2E-5577F52ED33F}" destId="{79B10D4A-1B82-4C1D-B44E-57B577ECEA20}" srcOrd="0" destOrd="0" presId="urn:microsoft.com/office/officeart/2005/8/layout/vList2"/>
    <dgm:cxn modelId="{0BE69064-68CF-42A9-828C-7E43E7B34D22}" type="presOf" srcId="{4609B363-B87F-4064-9B90-4C5C75E3E6B8}" destId="{85066E27-3BDC-4128-9E2F-56656FBABCD4}" srcOrd="0" destOrd="0" presId="urn:microsoft.com/office/officeart/2005/8/layout/vList2"/>
    <dgm:cxn modelId="{7C5C10A0-E5EE-422E-9E23-8D9C55A63DF9}" srcId="{B5750C2C-F88A-4A5F-AD2E-5577F52ED33F}" destId="{E729145D-DF2C-4928-8A75-C8C6A41BB342}" srcOrd="0" destOrd="0" parTransId="{FCA8D84A-6C97-458A-A2E9-829E16A7DCDE}" sibTransId="{550DE609-AE67-4B63-A73E-CE49701B3969}"/>
    <dgm:cxn modelId="{01E358D6-FF3A-473E-8FDB-58E701B12F2E}" srcId="{1FBED92B-448D-417D-B112-599D900EF4B8}" destId="{4609B363-B87F-4064-9B90-4C5C75E3E6B8}" srcOrd="0" destOrd="0" parTransId="{09E24201-FAE7-467D-958D-6F78221C7707}" sibTransId="{6CC8E5F8-4061-439A-8D66-D2BC51E05540}"/>
    <dgm:cxn modelId="{630D64BA-BC89-428E-9686-D34057B09FD9}" srcId="{1FBED92B-448D-417D-B112-599D900EF4B8}" destId="{B5750C2C-F88A-4A5F-AD2E-5577F52ED33F}" srcOrd="1" destOrd="0" parTransId="{9024F70A-83FF-4587-9960-CC300F0B2E27}" sibTransId="{14DA23DA-70FD-4746-9FB6-2300D7F63D02}"/>
    <dgm:cxn modelId="{578CC11C-11ED-427F-9469-0EF3F6D88528}" type="presParOf" srcId="{D2E5B444-10D3-469A-8D2C-0BAE45FA1E99}" destId="{85066E27-3BDC-4128-9E2F-56656FBABCD4}" srcOrd="0" destOrd="0" presId="urn:microsoft.com/office/officeart/2005/8/layout/vList2"/>
    <dgm:cxn modelId="{14AD570A-0844-4DC2-A89D-14C1ABBB8706}" type="presParOf" srcId="{D2E5B444-10D3-469A-8D2C-0BAE45FA1E99}" destId="{5511D7AB-07DD-41CD-BA6D-98D70D53F6CB}" srcOrd="1" destOrd="0" presId="urn:microsoft.com/office/officeart/2005/8/layout/vList2"/>
    <dgm:cxn modelId="{2DB6B800-A0CC-4915-9B8C-533B2EB280E7}" type="presParOf" srcId="{D2E5B444-10D3-469A-8D2C-0BAE45FA1E99}" destId="{79B10D4A-1B82-4C1D-B44E-57B577ECEA20}" srcOrd="2" destOrd="0" presId="urn:microsoft.com/office/officeart/2005/8/layout/vList2"/>
    <dgm:cxn modelId="{C970E4E8-0D20-49B2-AA87-D8AF1B25E2E5}" type="presParOf" srcId="{D2E5B444-10D3-469A-8D2C-0BAE45FA1E99}" destId="{98BD29B6-69C4-44C2-9856-65513FDADDD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4656024-A70A-4BE8-ACCE-567169A129C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68AE5AF-8DA4-418F-AFA2-0FCB6268AABD}">
      <dgm:prSet/>
      <dgm:spPr/>
      <dgm:t>
        <a:bodyPr/>
        <a:lstStyle/>
        <a:p>
          <a:r>
            <a:rPr lang="en-GB" b="1" dirty="0"/>
            <a:t>Sampling and Sample Size Calculation</a:t>
          </a:r>
          <a:endParaRPr lang="en-US" dirty="0"/>
        </a:p>
      </dgm:t>
    </dgm:pt>
    <dgm:pt modelId="{D510BFF0-D87A-4FE1-A1ED-23B469B1BE9D}" type="parTrans" cxnId="{E1B0BE43-C297-4234-A116-B41BA7B0FAF7}">
      <dgm:prSet/>
      <dgm:spPr/>
      <dgm:t>
        <a:bodyPr/>
        <a:lstStyle/>
        <a:p>
          <a:endParaRPr lang="en-US"/>
        </a:p>
      </dgm:t>
    </dgm:pt>
    <dgm:pt modelId="{A6AFC332-24EE-4B2F-8B9E-6C256A313475}" type="sibTrans" cxnId="{E1B0BE43-C297-4234-A116-B41BA7B0FAF7}">
      <dgm:prSet/>
      <dgm:spPr/>
      <dgm:t>
        <a:bodyPr/>
        <a:lstStyle/>
        <a:p>
          <a:endParaRPr lang="en-US"/>
        </a:p>
      </dgm:t>
    </dgm:pt>
    <dgm:pt modelId="{1DEA0CEF-6479-4645-BF50-F4787C300798}">
      <dgm:prSet custT="1"/>
      <dgm:spPr/>
      <dgm:t>
        <a:bodyPr/>
        <a:lstStyle/>
        <a:p>
          <a:pPr algn="l"/>
          <a:r>
            <a:rPr lang="en-GB" sz="2000" dirty="0"/>
            <a:t>The study used quota sampling method which is a non-probability method. Quota sampling was used in this study to help ensure that all the facilities that submitted medication error reporting forms are represented. </a:t>
          </a:r>
          <a:endParaRPr lang="en-US" sz="2000" dirty="0"/>
        </a:p>
      </dgm:t>
    </dgm:pt>
    <dgm:pt modelId="{F412580B-0285-451F-88EF-463087CF711E}" type="parTrans" cxnId="{9A452238-CB56-4B32-96DE-3C2B9B70D9AC}">
      <dgm:prSet/>
      <dgm:spPr/>
      <dgm:t>
        <a:bodyPr/>
        <a:lstStyle/>
        <a:p>
          <a:endParaRPr lang="en-US"/>
        </a:p>
      </dgm:t>
    </dgm:pt>
    <dgm:pt modelId="{2AC38E78-430A-4E20-AA9A-66DE27BCF039}" type="sibTrans" cxnId="{9A452238-CB56-4B32-96DE-3C2B9B70D9AC}">
      <dgm:prSet/>
      <dgm:spPr/>
      <dgm:t>
        <a:bodyPr/>
        <a:lstStyle/>
        <a:p>
          <a:endParaRPr lang="en-US"/>
        </a:p>
      </dgm:t>
    </dgm:pt>
    <dgm:pt modelId="{0A5B29A7-9AD1-4CE3-B16B-97DA495D3F2C}">
      <dgm:prSet custT="1"/>
      <dgm:spPr/>
      <dgm:t>
        <a:bodyPr/>
        <a:lstStyle/>
        <a:p>
          <a:pPr algn="l"/>
          <a:r>
            <a:rPr lang="en-GB" sz="2000" dirty="0"/>
            <a:t>The selection of the intervention forms were done in such a way that the forms picked represents 10% each of the total number of intervention forms submitted by each facility. This method of selection will give a full representation of all the public health facilities in the region that submitted medication error reporting forms to the office of the Chief Pharmacist.</a:t>
          </a:r>
          <a:endParaRPr lang="en-US" sz="2000" dirty="0"/>
        </a:p>
      </dgm:t>
    </dgm:pt>
    <dgm:pt modelId="{CF5A7506-798B-4192-9DEB-12F289F7007B}" type="parTrans" cxnId="{AC1E0FC6-7B42-433C-A4CF-25138CB3C862}">
      <dgm:prSet/>
      <dgm:spPr/>
      <dgm:t>
        <a:bodyPr/>
        <a:lstStyle/>
        <a:p>
          <a:endParaRPr lang="en-US"/>
        </a:p>
      </dgm:t>
    </dgm:pt>
    <dgm:pt modelId="{5091C4B5-7605-4FD1-9105-BAF5BC7D0E7A}" type="sibTrans" cxnId="{AC1E0FC6-7B42-433C-A4CF-25138CB3C862}">
      <dgm:prSet/>
      <dgm:spPr/>
      <dgm:t>
        <a:bodyPr/>
        <a:lstStyle/>
        <a:p>
          <a:endParaRPr lang="en-US"/>
        </a:p>
      </dgm:t>
    </dgm:pt>
    <dgm:pt modelId="{71C89A41-6F70-4474-B53C-AF8C197525B7}">
      <dgm:prSet custT="1"/>
      <dgm:spPr/>
      <dgm:t>
        <a:bodyPr/>
        <a:lstStyle/>
        <a:p>
          <a:pPr algn="l"/>
          <a:r>
            <a:rPr lang="en-GB" sz="2000" dirty="0"/>
            <a:t>The 10% of medication error forms from each facility were  selected randomly based on the total number of forms submitted by the facility over the review period.</a:t>
          </a:r>
          <a:endParaRPr lang="en-US" sz="2000" dirty="0"/>
        </a:p>
      </dgm:t>
    </dgm:pt>
    <dgm:pt modelId="{22272BEA-3761-4BF8-95DB-D8A2F796FF7B}" type="parTrans" cxnId="{74D3931F-14DC-49A6-A2EA-F9C06B3971B9}">
      <dgm:prSet/>
      <dgm:spPr/>
      <dgm:t>
        <a:bodyPr/>
        <a:lstStyle/>
        <a:p>
          <a:endParaRPr lang="en-US"/>
        </a:p>
      </dgm:t>
    </dgm:pt>
    <dgm:pt modelId="{0260F8EA-ACA9-4735-B290-4C1D08B44A9D}" type="sibTrans" cxnId="{74D3931F-14DC-49A6-A2EA-F9C06B3971B9}">
      <dgm:prSet/>
      <dgm:spPr/>
      <dgm:t>
        <a:bodyPr/>
        <a:lstStyle/>
        <a:p>
          <a:endParaRPr lang="en-US"/>
        </a:p>
      </dgm:t>
    </dgm:pt>
    <dgm:pt modelId="{0E202AFD-1885-475C-9A1C-F34EBA7CD086}">
      <dgm:prSet custT="1"/>
      <dgm:spPr/>
      <dgm:t>
        <a:bodyPr/>
        <a:lstStyle/>
        <a:p>
          <a:pPr algn="l"/>
          <a:endParaRPr lang="en-US" sz="2000" dirty="0"/>
        </a:p>
      </dgm:t>
    </dgm:pt>
    <dgm:pt modelId="{723D5E3A-CB7B-4DB9-9C2A-3D7700383B08}" type="parTrans" cxnId="{2785E9E7-3B5C-43F8-A260-98FCF9506636}">
      <dgm:prSet/>
      <dgm:spPr/>
      <dgm:t>
        <a:bodyPr/>
        <a:lstStyle/>
        <a:p>
          <a:endParaRPr lang="en-US"/>
        </a:p>
      </dgm:t>
    </dgm:pt>
    <dgm:pt modelId="{BAD92C61-3BB4-4F28-ADAB-B8E108D4B36D}" type="sibTrans" cxnId="{2785E9E7-3B5C-43F8-A260-98FCF9506636}">
      <dgm:prSet/>
      <dgm:spPr/>
      <dgm:t>
        <a:bodyPr/>
        <a:lstStyle/>
        <a:p>
          <a:endParaRPr lang="en-US"/>
        </a:p>
      </dgm:t>
    </dgm:pt>
    <dgm:pt modelId="{AFD3ECE4-2F29-4D9B-8E74-8257A89A9792}">
      <dgm:prSet custT="1"/>
      <dgm:spPr/>
      <dgm:t>
        <a:bodyPr/>
        <a:lstStyle/>
        <a:p>
          <a:pPr algn="l"/>
          <a:endParaRPr lang="en-US" sz="2000" dirty="0"/>
        </a:p>
      </dgm:t>
    </dgm:pt>
    <dgm:pt modelId="{788520E7-02DC-4D31-BB8C-BC4D6823E18A}" type="parTrans" cxnId="{1515BD43-1BA7-4A10-87F3-D15DE9F2817F}">
      <dgm:prSet/>
      <dgm:spPr/>
      <dgm:t>
        <a:bodyPr/>
        <a:lstStyle/>
        <a:p>
          <a:endParaRPr lang="en-US"/>
        </a:p>
      </dgm:t>
    </dgm:pt>
    <dgm:pt modelId="{8282C211-A50A-441C-AA89-F6EB21ADE200}" type="sibTrans" cxnId="{1515BD43-1BA7-4A10-87F3-D15DE9F2817F}">
      <dgm:prSet/>
      <dgm:spPr/>
      <dgm:t>
        <a:bodyPr/>
        <a:lstStyle/>
        <a:p>
          <a:endParaRPr lang="en-US"/>
        </a:p>
      </dgm:t>
    </dgm:pt>
    <dgm:pt modelId="{12B9CD16-F96C-4AEF-AF44-FDEF776E2768}" type="pres">
      <dgm:prSet presAssocID="{14656024-A70A-4BE8-ACCE-567169A129C2}" presName="Name0" presStyleCnt="0">
        <dgm:presLayoutVars>
          <dgm:dir/>
          <dgm:animLvl val="lvl"/>
          <dgm:resizeHandles val="exact"/>
        </dgm:presLayoutVars>
      </dgm:prSet>
      <dgm:spPr/>
      <dgm:t>
        <a:bodyPr/>
        <a:lstStyle/>
        <a:p>
          <a:endParaRPr lang="en-US"/>
        </a:p>
      </dgm:t>
    </dgm:pt>
    <dgm:pt modelId="{38E9E9B9-4A68-4BE8-8149-C6F00B91772F}" type="pres">
      <dgm:prSet presAssocID="{568AE5AF-8DA4-418F-AFA2-0FCB6268AABD}" presName="linNode" presStyleCnt="0"/>
      <dgm:spPr/>
    </dgm:pt>
    <dgm:pt modelId="{3FF4011B-7F86-49E4-BD26-1A179EB8A429}" type="pres">
      <dgm:prSet presAssocID="{568AE5AF-8DA4-418F-AFA2-0FCB6268AABD}" presName="parentText" presStyleLbl="node1" presStyleIdx="0" presStyleCnt="1">
        <dgm:presLayoutVars>
          <dgm:chMax val="1"/>
          <dgm:bulletEnabled val="1"/>
        </dgm:presLayoutVars>
      </dgm:prSet>
      <dgm:spPr/>
      <dgm:t>
        <a:bodyPr/>
        <a:lstStyle/>
        <a:p>
          <a:endParaRPr lang="en-US"/>
        </a:p>
      </dgm:t>
    </dgm:pt>
    <dgm:pt modelId="{26A5B94F-39D8-4C27-AB4B-81A982F790D7}" type="pres">
      <dgm:prSet presAssocID="{568AE5AF-8DA4-418F-AFA2-0FCB6268AABD}" presName="descendantText" presStyleLbl="alignAccFollowNode1" presStyleIdx="0" presStyleCnt="1" custScaleX="132377" custScaleY="98558">
        <dgm:presLayoutVars>
          <dgm:bulletEnabled val="1"/>
        </dgm:presLayoutVars>
      </dgm:prSet>
      <dgm:spPr/>
      <dgm:t>
        <a:bodyPr/>
        <a:lstStyle/>
        <a:p>
          <a:endParaRPr lang="en-US"/>
        </a:p>
      </dgm:t>
    </dgm:pt>
  </dgm:ptLst>
  <dgm:cxnLst>
    <dgm:cxn modelId="{E6BC26B6-2119-4894-A059-648673D1C3AB}" type="presOf" srcId="{0A5B29A7-9AD1-4CE3-B16B-97DA495D3F2C}" destId="{26A5B94F-39D8-4C27-AB4B-81A982F790D7}" srcOrd="0" destOrd="2" presId="urn:microsoft.com/office/officeart/2005/8/layout/vList5"/>
    <dgm:cxn modelId="{E1B0BE43-C297-4234-A116-B41BA7B0FAF7}" srcId="{14656024-A70A-4BE8-ACCE-567169A129C2}" destId="{568AE5AF-8DA4-418F-AFA2-0FCB6268AABD}" srcOrd="0" destOrd="0" parTransId="{D510BFF0-D87A-4FE1-A1ED-23B469B1BE9D}" sibTransId="{A6AFC332-24EE-4B2F-8B9E-6C256A313475}"/>
    <dgm:cxn modelId="{0E95A216-C236-4509-A92C-9A88E46A2B01}" type="presOf" srcId="{0E202AFD-1885-475C-9A1C-F34EBA7CD086}" destId="{26A5B94F-39D8-4C27-AB4B-81A982F790D7}" srcOrd="0" destOrd="1" presId="urn:microsoft.com/office/officeart/2005/8/layout/vList5"/>
    <dgm:cxn modelId="{4656110A-8738-4E1E-B849-0D70F44BA274}" type="presOf" srcId="{14656024-A70A-4BE8-ACCE-567169A129C2}" destId="{12B9CD16-F96C-4AEF-AF44-FDEF776E2768}" srcOrd="0" destOrd="0" presId="urn:microsoft.com/office/officeart/2005/8/layout/vList5"/>
    <dgm:cxn modelId="{B0FD8D60-D15B-40FD-81EC-B103C4B63667}" type="presOf" srcId="{71C89A41-6F70-4474-B53C-AF8C197525B7}" destId="{26A5B94F-39D8-4C27-AB4B-81A982F790D7}" srcOrd="0" destOrd="4" presId="urn:microsoft.com/office/officeart/2005/8/layout/vList5"/>
    <dgm:cxn modelId="{9A452238-CB56-4B32-96DE-3C2B9B70D9AC}" srcId="{568AE5AF-8DA4-418F-AFA2-0FCB6268AABD}" destId="{1DEA0CEF-6479-4645-BF50-F4787C300798}" srcOrd="0" destOrd="0" parTransId="{F412580B-0285-451F-88EF-463087CF711E}" sibTransId="{2AC38E78-430A-4E20-AA9A-66DE27BCF039}"/>
    <dgm:cxn modelId="{0B15C0C3-D352-484D-9708-FE5AF87F4A30}" type="presOf" srcId="{568AE5AF-8DA4-418F-AFA2-0FCB6268AABD}" destId="{3FF4011B-7F86-49E4-BD26-1A179EB8A429}" srcOrd="0" destOrd="0" presId="urn:microsoft.com/office/officeart/2005/8/layout/vList5"/>
    <dgm:cxn modelId="{2785E9E7-3B5C-43F8-A260-98FCF9506636}" srcId="{568AE5AF-8DA4-418F-AFA2-0FCB6268AABD}" destId="{0E202AFD-1885-475C-9A1C-F34EBA7CD086}" srcOrd="1" destOrd="0" parTransId="{723D5E3A-CB7B-4DB9-9C2A-3D7700383B08}" sibTransId="{BAD92C61-3BB4-4F28-ADAB-B8E108D4B36D}"/>
    <dgm:cxn modelId="{AC1E0FC6-7B42-433C-A4CF-25138CB3C862}" srcId="{568AE5AF-8DA4-418F-AFA2-0FCB6268AABD}" destId="{0A5B29A7-9AD1-4CE3-B16B-97DA495D3F2C}" srcOrd="2" destOrd="0" parTransId="{CF5A7506-798B-4192-9DEB-12F289F7007B}" sibTransId="{5091C4B5-7605-4FD1-9105-BAF5BC7D0E7A}"/>
    <dgm:cxn modelId="{1515BD43-1BA7-4A10-87F3-D15DE9F2817F}" srcId="{568AE5AF-8DA4-418F-AFA2-0FCB6268AABD}" destId="{AFD3ECE4-2F29-4D9B-8E74-8257A89A9792}" srcOrd="3" destOrd="0" parTransId="{788520E7-02DC-4D31-BB8C-BC4D6823E18A}" sibTransId="{8282C211-A50A-441C-AA89-F6EB21ADE200}"/>
    <dgm:cxn modelId="{49A438A1-DAAB-4C98-9BE4-CCE582CCE042}" type="presOf" srcId="{AFD3ECE4-2F29-4D9B-8E74-8257A89A9792}" destId="{26A5B94F-39D8-4C27-AB4B-81A982F790D7}" srcOrd="0" destOrd="3" presId="urn:microsoft.com/office/officeart/2005/8/layout/vList5"/>
    <dgm:cxn modelId="{74D3931F-14DC-49A6-A2EA-F9C06B3971B9}" srcId="{568AE5AF-8DA4-418F-AFA2-0FCB6268AABD}" destId="{71C89A41-6F70-4474-B53C-AF8C197525B7}" srcOrd="4" destOrd="0" parTransId="{22272BEA-3761-4BF8-95DB-D8A2F796FF7B}" sibTransId="{0260F8EA-ACA9-4735-B290-4C1D08B44A9D}"/>
    <dgm:cxn modelId="{8B4DA896-BCCC-4C30-9967-4EB2A5A170E1}" type="presOf" srcId="{1DEA0CEF-6479-4645-BF50-F4787C300798}" destId="{26A5B94F-39D8-4C27-AB4B-81A982F790D7}" srcOrd="0" destOrd="0" presId="urn:microsoft.com/office/officeart/2005/8/layout/vList5"/>
    <dgm:cxn modelId="{13B3C69C-4091-47F9-9F9E-FB50AA3EFD4D}" type="presParOf" srcId="{12B9CD16-F96C-4AEF-AF44-FDEF776E2768}" destId="{38E9E9B9-4A68-4BE8-8149-C6F00B91772F}" srcOrd="0" destOrd="0" presId="urn:microsoft.com/office/officeart/2005/8/layout/vList5"/>
    <dgm:cxn modelId="{80B97654-E403-4BE0-B2F8-51CDCFFB298C}" type="presParOf" srcId="{38E9E9B9-4A68-4BE8-8149-C6F00B91772F}" destId="{3FF4011B-7F86-49E4-BD26-1A179EB8A429}" srcOrd="0" destOrd="0" presId="urn:microsoft.com/office/officeart/2005/8/layout/vList5"/>
    <dgm:cxn modelId="{3476C635-C7CD-4BD8-9901-3C616DD7C367}" type="presParOf" srcId="{38E9E9B9-4A68-4BE8-8149-C6F00B91772F}" destId="{26A5B94F-39D8-4C27-AB4B-81A982F790D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B03612-5B3D-47A8-90D9-7176B99F9872}"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US"/>
        </a:p>
      </dgm:t>
    </dgm:pt>
    <dgm:pt modelId="{40D581DD-D4D1-4E78-8B45-E7E2BA40FB4B}">
      <dgm:prSet custT="1"/>
      <dgm:spPr/>
      <dgm:t>
        <a:bodyPr/>
        <a:lstStyle/>
        <a:p>
          <a:r>
            <a:rPr lang="en-GB" sz="1400" b="1"/>
            <a:t>Data processing and Analysis</a:t>
          </a:r>
          <a:endParaRPr lang="en-US" sz="1400"/>
        </a:p>
      </dgm:t>
    </dgm:pt>
    <dgm:pt modelId="{A05B0C9D-6F06-4677-915B-896D0C495E50}" type="parTrans" cxnId="{38A94D60-CDA8-4CCA-8C8F-E9E39C5EF5A1}">
      <dgm:prSet/>
      <dgm:spPr/>
      <dgm:t>
        <a:bodyPr/>
        <a:lstStyle/>
        <a:p>
          <a:endParaRPr lang="en-US" sz="2400"/>
        </a:p>
      </dgm:t>
    </dgm:pt>
    <dgm:pt modelId="{D0B3EC44-E852-49BC-8A6C-0BB22976831D}" type="sibTrans" cxnId="{38A94D60-CDA8-4CCA-8C8F-E9E39C5EF5A1}">
      <dgm:prSet/>
      <dgm:spPr/>
      <dgm:t>
        <a:bodyPr/>
        <a:lstStyle/>
        <a:p>
          <a:endParaRPr lang="en-US" sz="2400"/>
        </a:p>
      </dgm:t>
    </dgm:pt>
    <dgm:pt modelId="{791EF0A3-BFC5-415A-8B3A-501854171BE4}">
      <dgm:prSet custT="1"/>
      <dgm:spPr/>
      <dgm:t>
        <a:bodyPr/>
        <a:lstStyle/>
        <a:p>
          <a:r>
            <a:rPr lang="en-GB" sz="1400" dirty="0"/>
            <a:t>The data collected was entered into a computer using SPSS software </a:t>
          </a:r>
          <a:r>
            <a:rPr lang="en-GB" sz="1200" dirty="0"/>
            <a:t>version</a:t>
          </a:r>
          <a:r>
            <a:rPr lang="en-GB" sz="1400" dirty="0"/>
            <a:t> 22.0 and cleaned. It was then analysed using the same software. </a:t>
          </a:r>
          <a:endParaRPr lang="en-US" sz="1400" dirty="0"/>
        </a:p>
      </dgm:t>
    </dgm:pt>
    <dgm:pt modelId="{BA703706-4265-4024-84B0-F054FDBFA96A}" type="parTrans" cxnId="{11874DC7-770B-46D3-B847-B7D16B85C426}">
      <dgm:prSet/>
      <dgm:spPr/>
      <dgm:t>
        <a:bodyPr/>
        <a:lstStyle/>
        <a:p>
          <a:endParaRPr lang="en-US" sz="2400"/>
        </a:p>
      </dgm:t>
    </dgm:pt>
    <dgm:pt modelId="{38176452-72EF-4D62-BE45-72057EF90169}" type="sibTrans" cxnId="{11874DC7-770B-46D3-B847-B7D16B85C426}">
      <dgm:prSet/>
      <dgm:spPr/>
      <dgm:t>
        <a:bodyPr/>
        <a:lstStyle/>
        <a:p>
          <a:endParaRPr lang="en-US" sz="2400"/>
        </a:p>
      </dgm:t>
    </dgm:pt>
    <dgm:pt modelId="{72115656-AC75-45FB-9F15-6624FBD8DD77}">
      <dgm:prSet custT="1"/>
      <dgm:spPr/>
      <dgm:t>
        <a:bodyPr/>
        <a:lstStyle/>
        <a:p>
          <a:r>
            <a:rPr lang="en-GB" sz="1400"/>
            <a:t>The analysed data collected included the under listed;</a:t>
          </a:r>
          <a:endParaRPr lang="en-US" sz="1400"/>
        </a:p>
      </dgm:t>
    </dgm:pt>
    <dgm:pt modelId="{09684483-43C4-4FF2-B0EA-7F4A99DA4B7A}" type="parTrans" cxnId="{8AC5C398-E24E-4CDC-A214-193E30F497BD}">
      <dgm:prSet/>
      <dgm:spPr/>
      <dgm:t>
        <a:bodyPr/>
        <a:lstStyle/>
        <a:p>
          <a:endParaRPr lang="en-US" sz="2400"/>
        </a:p>
      </dgm:t>
    </dgm:pt>
    <dgm:pt modelId="{36E240C3-51A2-444C-B422-DCC509BD253F}" type="sibTrans" cxnId="{8AC5C398-E24E-4CDC-A214-193E30F497BD}">
      <dgm:prSet/>
      <dgm:spPr/>
      <dgm:t>
        <a:bodyPr/>
        <a:lstStyle/>
        <a:p>
          <a:endParaRPr lang="en-US" sz="2400"/>
        </a:p>
      </dgm:t>
    </dgm:pt>
    <dgm:pt modelId="{48166014-6539-4B68-89BE-AAF52947CB00}">
      <dgm:prSet custT="1"/>
      <dgm:spPr/>
      <dgm:t>
        <a:bodyPr/>
        <a:lstStyle/>
        <a:p>
          <a:r>
            <a:rPr lang="en-GB" sz="1400"/>
            <a:t>- Frequency analysis of the characteristics of the medication error intervention forms </a:t>
          </a:r>
          <a:endParaRPr lang="en-US" sz="1400"/>
        </a:p>
      </dgm:t>
    </dgm:pt>
    <dgm:pt modelId="{38CDC580-F188-47F3-8E51-16B7C9148EA2}" type="parTrans" cxnId="{F495C58A-B803-4A52-9D8D-9DD288976FCE}">
      <dgm:prSet/>
      <dgm:spPr/>
      <dgm:t>
        <a:bodyPr/>
        <a:lstStyle/>
        <a:p>
          <a:endParaRPr lang="en-US" sz="2400"/>
        </a:p>
      </dgm:t>
    </dgm:pt>
    <dgm:pt modelId="{C25A79E3-FB27-4AB9-81A4-3FB3409FF001}" type="sibTrans" cxnId="{F495C58A-B803-4A52-9D8D-9DD288976FCE}">
      <dgm:prSet/>
      <dgm:spPr/>
      <dgm:t>
        <a:bodyPr/>
        <a:lstStyle/>
        <a:p>
          <a:endParaRPr lang="en-US" sz="2400"/>
        </a:p>
      </dgm:t>
    </dgm:pt>
    <dgm:pt modelId="{A1C7647E-B6EE-4EE2-8DF5-FC42BABE88F9}">
      <dgm:prSet custT="1"/>
      <dgm:spPr/>
      <dgm:t>
        <a:bodyPr/>
        <a:lstStyle/>
        <a:p>
          <a:r>
            <a:rPr lang="en-GB" sz="1400"/>
            <a:t>Frequency analysis of the medication errors categorized by class of staff committing the error. </a:t>
          </a:r>
          <a:endParaRPr lang="en-US" sz="1400"/>
        </a:p>
      </dgm:t>
    </dgm:pt>
    <dgm:pt modelId="{9D89283E-1238-4064-8E77-EC3457552D65}" type="parTrans" cxnId="{8B41F176-7D5F-479B-962D-8A719D96EC94}">
      <dgm:prSet/>
      <dgm:spPr/>
      <dgm:t>
        <a:bodyPr/>
        <a:lstStyle/>
        <a:p>
          <a:endParaRPr lang="en-US" sz="2400"/>
        </a:p>
      </dgm:t>
    </dgm:pt>
    <dgm:pt modelId="{00C1AA92-D8B9-42D4-877E-3451D185295A}" type="sibTrans" cxnId="{8B41F176-7D5F-479B-962D-8A719D96EC94}">
      <dgm:prSet/>
      <dgm:spPr/>
      <dgm:t>
        <a:bodyPr/>
        <a:lstStyle/>
        <a:p>
          <a:endParaRPr lang="en-US" sz="2400"/>
        </a:p>
      </dgm:t>
    </dgm:pt>
    <dgm:pt modelId="{4B6349C9-4E62-48F5-A3C2-5F665BF7BA1A}">
      <dgm:prSet custT="1"/>
      <dgm:spPr/>
      <dgm:t>
        <a:bodyPr/>
        <a:lstStyle/>
        <a:p>
          <a:r>
            <a:rPr lang="en-GB" sz="1400"/>
            <a:t>- Cross tabulation of the various forms of error by gender</a:t>
          </a:r>
          <a:endParaRPr lang="en-US" sz="1400"/>
        </a:p>
      </dgm:t>
    </dgm:pt>
    <dgm:pt modelId="{A22C4D26-E710-4CF7-876F-8A46A1200294}" type="parTrans" cxnId="{70250DCF-F558-4D46-803A-CBED076E2663}">
      <dgm:prSet/>
      <dgm:spPr/>
      <dgm:t>
        <a:bodyPr/>
        <a:lstStyle/>
        <a:p>
          <a:endParaRPr lang="en-US" sz="2400"/>
        </a:p>
      </dgm:t>
    </dgm:pt>
    <dgm:pt modelId="{D36A2B1C-440A-468F-8293-70D01AD7717E}" type="sibTrans" cxnId="{70250DCF-F558-4D46-803A-CBED076E2663}">
      <dgm:prSet/>
      <dgm:spPr/>
      <dgm:t>
        <a:bodyPr/>
        <a:lstStyle/>
        <a:p>
          <a:endParaRPr lang="en-US" sz="2400"/>
        </a:p>
      </dgm:t>
    </dgm:pt>
    <dgm:pt modelId="{9E667E5E-7625-4A86-8D04-BF6604DCF9DB}">
      <dgm:prSet custT="1"/>
      <dgm:spPr/>
      <dgm:t>
        <a:bodyPr/>
        <a:lstStyle/>
        <a:p>
          <a:r>
            <a:rPr lang="en-GB" sz="1400"/>
            <a:t>- The categorization of the medication errors against specific disease conditions</a:t>
          </a:r>
          <a:endParaRPr lang="en-US" sz="1400"/>
        </a:p>
      </dgm:t>
    </dgm:pt>
    <dgm:pt modelId="{BBF22E57-8082-4D60-8653-337AFD67AC1D}" type="parTrans" cxnId="{9C5B05C8-49A0-4305-8D8A-9401E93A58F0}">
      <dgm:prSet/>
      <dgm:spPr/>
      <dgm:t>
        <a:bodyPr/>
        <a:lstStyle/>
        <a:p>
          <a:endParaRPr lang="en-US" sz="2400"/>
        </a:p>
      </dgm:t>
    </dgm:pt>
    <dgm:pt modelId="{8BBA9E72-68BD-4EAC-A035-A8D6A037FE58}" type="sibTrans" cxnId="{9C5B05C8-49A0-4305-8D8A-9401E93A58F0}">
      <dgm:prSet/>
      <dgm:spPr/>
      <dgm:t>
        <a:bodyPr/>
        <a:lstStyle/>
        <a:p>
          <a:endParaRPr lang="en-US" sz="2400"/>
        </a:p>
      </dgm:t>
    </dgm:pt>
    <dgm:pt modelId="{9A339E99-C3E3-47E6-8A0A-EE042E4872AD}">
      <dgm:prSet custT="1"/>
      <dgm:spPr/>
      <dgm:t>
        <a:bodyPr/>
        <a:lstStyle/>
        <a:p>
          <a:r>
            <a:rPr lang="en-GB" sz="1400"/>
            <a:t>- The Cost of prescription errors and the cost saved from the intervention</a:t>
          </a:r>
          <a:endParaRPr lang="en-US" sz="1400"/>
        </a:p>
      </dgm:t>
    </dgm:pt>
    <dgm:pt modelId="{B8258D2B-EC7D-491F-A4BC-B502057DAEF8}" type="parTrans" cxnId="{5DB370A3-AEED-4FD3-9D0D-4EECFE85D6B3}">
      <dgm:prSet/>
      <dgm:spPr/>
      <dgm:t>
        <a:bodyPr/>
        <a:lstStyle/>
        <a:p>
          <a:endParaRPr lang="en-US" sz="2400"/>
        </a:p>
      </dgm:t>
    </dgm:pt>
    <dgm:pt modelId="{F49CAF81-AF17-425D-8296-24C9D242F785}" type="sibTrans" cxnId="{5DB370A3-AEED-4FD3-9D0D-4EECFE85D6B3}">
      <dgm:prSet/>
      <dgm:spPr/>
      <dgm:t>
        <a:bodyPr/>
        <a:lstStyle/>
        <a:p>
          <a:endParaRPr lang="en-US" sz="2400"/>
        </a:p>
      </dgm:t>
    </dgm:pt>
    <dgm:pt modelId="{08669288-5EB7-478A-8AE5-F2E53ABCEC61}" type="pres">
      <dgm:prSet presAssocID="{64B03612-5B3D-47A8-90D9-7176B99F9872}" presName="hierChild1" presStyleCnt="0">
        <dgm:presLayoutVars>
          <dgm:orgChart val="1"/>
          <dgm:chPref val="1"/>
          <dgm:dir/>
          <dgm:animOne val="branch"/>
          <dgm:animLvl val="lvl"/>
          <dgm:resizeHandles/>
        </dgm:presLayoutVars>
      </dgm:prSet>
      <dgm:spPr/>
      <dgm:t>
        <a:bodyPr/>
        <a:lstStyle/>
        <a:p>
          <a:endParaRPr lang="en-US"/>
        </a:p>
      </dgm:t>
    </dgm:pt>
    <dgm:pt modelId="{D65BB371-9A26-4983-A39E-4D3B75C6947B}" type="pres">
      <dgm:prSet presAssocID="{40D581DD-D4D1-4E78-8B45-E7E2BA40FB4B}" presName="hierRoot1" presStyleCnt="0">
        <dgm:presLayoutVars>
          <dgm:hierBranch val="init"/>
        </dgm:presLayoutVars>
      </dgm:prSet>
      <dgm:spPr/>
    </dgm:pt>
    <dgm:pt modelId="{903956CB-534D-4E68-B802-3048C7A09B7F}" type="pres">
      <dgm:prSet presAssocID="{40D581DD-D4D1-4E78-8B45-E7E2BA40FB4B}" presName="rootComposite1" presStyleCnt="0"/>
      <dgm:spPr/>
    </dgm:pt>
    <dgm:pt modelId="{B133E328-B33A-41D1-BDAA-B6DE937DAE3E}" type="pres">
      <dgm:prSet presAssocID="{40D581DD-D4D1-4E78-8B45-E7E2BA40FB4B}" presName="rootText1" presStyleLbl="node0" presStyleIdx="0" presStyleCnt="1">
        <dgm:presLayoutVars>
          <dgm:chPref val="3"/>
        </dgm:presLayoutVars>
      </dgm:prSet>
      <dgm:spPr/>
      <dgm:t>
        <a:bodyPr/>
        <a:lstStyle/>
        <a:p>
          <a:endParaRPr lang="en-US"/>
        </a:p>
      </dgm:t>
    </dgm:pt>
    <dgm:pt modelId="{385F8ABC-BCCE-4EC6-9764-4DD295B96801}" type="pres">
      <dgm:prSet presAssocID="{40D581DD-D4D1-4E78-8B45-E7E2BA40FB4B}" presName="rootConnector1" presStyleLbl="node1" presStyleIdx="0" presStyleCnt="0"/>
      <dgm:spPr/>
      <dgm:t>
        <a:bodyPr/>
        <a:lstStyle/>
        <a:p>
          <a:endParaRPr lang="en-US"/>
        </a:p>
      </dgm:t>
    </dgm:pt>
    <dgm:pt modelId="{BEEAABBD-773B-448D-B344-9BC91B5226C9}" type="pres">
      <dgm:prSet presAssocID="{40D581DD-D4D1-4E78-8B45-E7E2BA40FB4B}" presName="hierChild2" presStyleCnt="0"/>
      <dgm:spPr/>
    </dgm:pt>
    <dgm:pt modelId="{D2FEA61E-ADA3-457D-AD72-B4B3098D7DE5}" type="pres">
      <dgm:prSet presAssocID="{BA703706-4265-4024-84B0-F054FDBFA96A}" presName="Name37" presStyleLbl="parChTrans1D2" presStyleIdx="0" presStyleCnt="2"/>
      <dgm:spPr/>
      <dgm:t>
        <a:bodyPr/>
        <a:lstStyle/>
        <a:p>
          <a:endParaRPr lang="en-US"/>
        </a:p>
      </dgm:t>
    </dgm:pt>
    <dgm:pt modelId="{F48DBFF2-0263-44BD-877F-6E200B8F3D3A}" type="pres">
      <dgm:prSet presAssocID="{791EF0A3-BFC5-415A-8B3A-501854171BE4}" presName="hierRoot2" presStyleCnt="0">
        <dgm:presLayoutVars>
          <dgm:hierBranch val="init"/>
        </dgm:presLayoutVars>
      </dgm:prSet>
      <dgm:spPr/>
    </dgm:pt>
    <dgm:pt modelId="{2467E506-9C72-46B6-893B-EAC81A25DB49}" type="pres">
      <dgm:prSet presAssocID="{791EF0A3-BFC5-415A-8B3A-501854171BE4}" presName="rootComposite" presStyleCnt="0"/>
      <dgm:spPr/>
    </dgm:pt>
    <dgm:pt modelId="{15E5B89E-326A-4C78-8898-58755D660B77}" type="pres">
      <dgm:prSet presAssocID="{791EF0A3-BFC5-415A-8B3A-501854171BE4}" presName="rootText" presStyleLbl="node2" presStyleIdx="0" presStyleCnt="2">
        <dgm:presLayoutVars>
          <dgm:chPref val="3"/>
        </dgm:presLayoutVars>
      </dgm:prSet>
      <dgm:spPr/>
      <dgm:t>
        <a:bodyPr/>
        <a:lstStyle/>
        <a:p>
          <a:endParaRPr lang="en-US"/>
        </a:p>
      </dgm:t>
    </dgm:pt>
    <dgm:pt modelId="{B157CF4A-2DDD-4909-B642-58FDB2C69FC9}" type="pres">
      <dgm:prSet presAssocID="{791EF0A3-BFC5-415A-8B3A-501854171BE4}" presName="rootConnector" presStyleLbl="node2" presStyleIdx="0" presStyleCnt="2"/>
      <dgm:spPr/>
      <dgm:t>
        <a:bodyPr/>
        <a:lstStyle/>
        <a:p>
          <a:endParaRPr lang="en-US"/>
        </a:p>
      </dgm:t>
    </dgm:pt>
    <dgm:pt modelId="{96BA98EE-558C-4FAB-8066-DF0E160345C2}" type="pres">
      <dgm:prSet presAssocID="{791EF0A3-BFC5-415A-8B3A-501854171BE4}" presName="hierChild4" presStyleCnt="0"/>
      <dgm:spPr/>
    </dgm:pt>
    <dgm:pt modelId="{D77E0DD3-9BA8-4AFE-818D-D6894EC927DA}" type="pres">
      <dgm:prSet presAssocID="{791EF0A3-BFC5-415A-8B3A-501854171BE4}" presName="hierChild5" presStyleCnt="0"/>
      <dgm:spPr/>
    </dgm:pt>
    <dgm:pt modelId="{F03C5BB7-06D1-4F10-AD16-3924199AC5E3}" type="pres">
      <dgm:prSet presAssocID="{09684483-43C4-4FF2-B0EA-7F4A99DA4B7A}" presName="Name37" presStyleLbl="parChTrans1D2" presStyleIdx="1" presStyleCnt="2"/>
      <dgm:spPr/>
      <dgm:t>
        <a:bodyPr/>
        <a:lstStyle/>
        <a:p>
          <a:endParaRPr lang="en-US"/>
        </a:p>
      </dgm:t>
    </dgm:pt>
    <dgm:pt modelId="{31D5FB74-92DF-43F9-83C5-93FBD11B139F}" type="pres">
      <dgm:prSet presAssocID="{72115656-AC75-45FB-9F15-6624FBD8DD77}" presName="hierRoot2" presStyleCnt="0">
        <dgm:presLayoutVars>
          <dgm:hierBranch val="init"/>
        </dgm:presLayoutVars>
      </dgm:prSet>
      <dgm:spPr/>
    </dgm:pt>
    <dgm:pt modelId="{C800FE76-5BBF-4DCB-B1A6-9DF66C817636}" type="pres">
      <dgm:prSet presAssocID="{72115656-AC75-45FB-9F15-6624FBD8DD77}" presName="rootComposite" presStyleCnt="0"/>
      <dgm:spPr/>
    </dgm:pt>
    <dgm:pt modelId="{2ADB20FC-809E-49B9-BA47-90089135B0FD}" type="pres">
      <dgm:prSet presAssocID="{72115656-AC75-45FB-9F15-6624FBD8DD77}" presName="rootText" presStyleLbl="node2" presStyleIdx="1" presStyleCnt="2">
        <dgm:presLayoutVars>
          <dgm:chPref val="3"/>
        </dgm:presLayoutVars>
      </dgm:prSet>
      <dgm:spPr/>
      <dgm:t>
        <a:bodyPr/>
        <a:lstStyle/>
        <a:p>
          <a:endParaRPr lang="en-US"/>
        </a:p>
      </dgm:t>
    </dgm:pt>
    <dgm:pt modelId="{B1088DA3-F106-4D65-852F-B7805419127C}" type="pres">
      <dgm:prSet presAssocID="{72115656-AC75-45FB-9F15-6624FBD8DD77}" presName="rootConnector" presStyleLbl="node2" presStyleIdx="1" presStyleCnt="2"/>
      <dgm:spPr/>
      <dgm:t>
        <a:bodyPr/>
        <a:lstStyle/>
        <a:p>
          <a:endParaRPr lang="en-US"/>
        </a:p>
      </dgm:t>
    </dgm:pt>
    <dgm:pt modelId="{BB2CFCF5-D897-401C-B790-D585A9320676}" type="pres">
      <dgm:prSet presAssocID="{72115656-AC75-45FB-9F15-6624FBD8DD77}" presName="hierChild4" presStyleCnt="0"/>
      <dgm:spPr/>
    </dgm:pt>
    <dgm:pt modelId="{85D54ADB-643B-4BA8-8997-57BE338273AE}" type="pres">
      <dgm:prSet presAssocID="{38CDC580-F188-47F3-8E51-16B7C9148EA2}" presName="Name37" presStyleLbl="parChTrans1D3" presStyleIdx="0" presStyleCnt="4"/>
      <dgm:spPr/>
      <dgm:t>
        <a:bodyPr/>
        <a:lstStyle/>
        <a:p>
          <a:endParaRPr lang="en-US"/>
        </a:p>
      </dgm:t>
    </dgm:pt>
    <dgm:pt modelId="{46E12A00-AF3B-410A-99B1-B4D7D56AC7EC}" type="pres">
      <dgm:prSet presAssocID="{48166014-6539-4B68-89BE-AAF52947CB00}" presName="hierRoot2" presStyleCnt="0">
        <dgm:presLayoutVars>
          <dgm:hierBranch val="init"/>
        </dgm:presLayoutVars>
      </dgm:prSet>
      <dgm:spPr/>
    </dgm:pt>
    <dgm:pt modelId="{1390A425-FA4A-4BD4-8CBB-A86051D9FE4B}" type="pres">
      <dgm:prSet presAssocID="{48166014-6539-4B68-89BE-AAF52947CB00}" presName="rootComposite" presStyleCnt="0"/>
      <dgm:spPr/>
    </dgm:pt>
    <dgm:pt modelId="{E7934CD9-D05A-4C41-866B-8555C604E926}" type="pres">
      <dgm:prSet presAssocID="{48166014-6539-4B68-89BE-AAF52947CB00}" presName="rootText" presStyleLbl="node3" presStyleIdx="0" presStyleCnt="4">
        <dgm:presLayoutVars>
          <dgm:chPref val="3"/>
        </dgm:presLayoutVars>
      </dgm:prSet>
      <dgm:spPr/>
      <dgm:t>
        <a:bodyPr/>
        <a:lstStyle/>
        <a:p>
          <a:endParaRPr lang="en-US"/>
        </a:p>
      </dgm:t>
    </dgm:pt>
    <dgm:pt modelId="{12F19BA5-887B-414B-80BB-86A24295AA2B}" type="pres">
      <dgm:prSet presAssocID="{48166014-6539-4B68-89BE-AAF52947CB00}" presName="rootConnector" presStyleLbl="node3" presStyleIdx="0" presStyleCnt="4"/>
      <dgm:spPr/>
      <dgm:t>
        <a:bodyPr/>
        <a:lstStyle/>
        <a:p>
          <a:endParaRPr lang="en-US"/>
        </a:p>
      </dgm:t>
    </dgm:pt>
    <dgm:pt modelId="{5440316A-147C-432B-9DBA-16D7734F1F21}" type="pres">
      <dgm:prSet presAssocID="{48166014-6539-4B68-89BE-AAF52947CB00}" presName="hierChild4" presStyleCnt="0"/>
      <dgm:spPr/>
    </dgm:pt>
    <dgm:pt modelId="{10543269-0D0B-4A90-A7B5-94558C4C5A08}" type="pres">
      <dgm:prSet presAssocID="{9D89283E-1238-4064-8E77-EC3457552D65}" presName="Name37" presStyleLbl="parChTrans1D4" presStyleIdx="0" presStyleCnt="1"/>
      <dgm:spPr/>
      <dgm:t>
        <a:bodyPr/>
        <a:lstStyle/>
        <a:p>
          <a:endParaRPr lang="en-US"/>
        </a:p>
      </dgm:t>
    </dgm:pt>
    <dgm:pt modelId="{75C73525-27E7-4A3F-8BD4-9D49BBF5C1F6}" type="pres">
      <dgm:prSet presAssocID="{A1C7647E-B6EE-4EE2-8DF5-FC42BABE88F9}" presName="hierRoot2" presStyleCnt="0">
        <dgm:presLayoutVars>
          <dgm:hierBranch val="init"/>
        </dgm:presLayoutVars>
      </dgm:prSet>
      <dgm:spPr/>
    </dgm:pt>
    <dgm:pt modelId="{37F8923A-83EF-47BC-A34F-529CCC4E3D6B}" type="pres">
      <dgm:prSet presAssocID="{A1C7647E-B6EE-4EE2-8DF5-FC42BABE88F9}" presName="rootComposite" presStyleCnt="0"/>
      <dgm:spPr/>
    </dgm:pt>
    <dgm:pt modelId="{7EC7994C-80FE-43E2-AB4F-984E6DCB6C9A}" type="pres">
      <dgm:prSet presAssocID="{A1C7647E-B6EE-4EE2-8DF5-FC42BABE88F9}" presName="rootText" presStyleLbl="node4" presStyleIdx="0" presStyleCnt="1">
        <dgm:presLayoutVars>
          <dgm:chPref val="3"/>
        </dgm:presLayoutVars>
      </dgm:prSet>
      <dgm:spPr/>
      <dgm:t>
        <a:bodyPr/>
        <a:lstStyle/>
        <a:p>
          <a:endParaRPr lang="en-US"/>
        </a:p>
      </dgm:t>
    </dgm:pt>
    <dgm:pt modelId="{CA67938C-F07C-47C8-AC0D-A06F9ACA045E}" type="pres">
      <dgm:prSet presAssocID="{A1C7647E-B6EE-4EE2-8DF5-FC42BABE88F9}" presName="rootConnector" presStyleLbl="node4" presStyleIdx="0" presStyleCnt="1"/>
      <dgm:spPr/>
      <dgm:t>
        <a:bodyPr/>
        <a:lstStyle/>
        <a:p>
          <a:endParaRPr lang="en-US"/>
        </a:p>
      </dgm:t>
    </dgm:pt>
    <dgm:pt modelId="{96C26925-ACF7-449A-A683-65FB1D9E4E7A}" type="pres">
      <dgm:prSet presAssocID="{A1C7647E-B6EE-4EE2-8DF5-FC42BABE88F9}" presName="hierChild4" presStyleCnt="0"/>
      <dgm:spPr/>
    </dgm:pt>
    <dgm:pt modelId="{F43D3B78-43A9-42B2-BFF3-F66DEA47F84B}" type="pres">
      <dgm:prSet presAssocID="{A1C7647E-B6EE-4EE2-8DF5-FC42BABE88F9}" presName="hierChild5" presStyleCnt="0"/>
      <dgm:spPr/>
    </dgm:pt>
    <dgm:pt modelId="{60EAD89B-29F8-4C10-95C8-39C6932CF9FB}" type="pres">
      <dgm:prSet presAssocID="{48166014-6539-4B68-89BE-AAF52947CB00}" presName="hierChild5" presStyleCnt="0"/>
      <dgm:spPr/>
    </dgm:pt>
    <dgm:pt modelId="{1D078CBD-D84A-4819-8048-5552D71381D2}" type="pres">
      <dgm:prSet presAssocID="{A22C4D26-E710-4CF7-876F-8A46A1200294}" presName="Name37" presStyleLbl="parChTrans1D3" presStyleIdx="1" presStyleCnt="4"/>
      <dgm:spPr/>
      <dgm:t>
        <a:bodyPr/>
        <a:lstStyle/>
        <a:p>
          <a:endParaRPr lang="en-US"/>
        </a:p>
      </dgm:t>
    </dgm:pt>
    <dgm:pt modelId="{E2BD4924-A12C-444E-816F-A1729E7C1061}" type="pres">
      <dgm:prSet presAssocID="{4B6349C9-4E62-48F5-A3C2-5F665BF7BA1A}" presName="hierRoot2" presStyleCnt="0">
        <dgm:presLayoutVars>
          <dgm:hierBranch val="init"/>
        </dgm:presLayoutVars>
      </dgm:prSet>
      <dgm:spPr/>
    </dgm:pt>
    <dgm:pt modelId="{49BF7572-D2E8-4E4E-AA80-C5447CBBC4C8}" type="pres">
      <dgm:prSet presAssocID="{4B6349C9-4E62-48F5-A3C2-5F665BF7BA1A}" presName="rootComposite" presStyleCnt="0"/>
      <dgm:spPr/>
    </dgm:pt>
    <dgm:pt modelId="{DC73ABD1-7D50-4144-95E3-55AB6A8D5D05}" type="pres">
      <dgm:prSet presAssocID="{4B6349C9-4E62-48F5-A3C2-5F665BF7BA1A}" presName="rootText" presStyleLbl="node3" presStyleIdx="1" presStyleCnt="4">
        <dgm:presLayoutVars>
          <dgm:chPref val="3"/>
        </dgm:presLayoutVars>
      </dgm:prSet>
      <dgm:spPr/>
      <dgm:t>
        <a:bodyPr/>
        <a:lstStyle/>
        <a:p>
          <a:endParaRPr lang="en-US"/>
        </a:p>
      </dgm:t>
    </dgm:pt>
    <dgm:pt modelId="{9C5FAC33-48E7-4763-A116-AEFD2ADAFE8E}" type="pres">
      <dgm:prSet presAssocID="{4B6349C9-4E62-48F5-A3C2-5F665BF7BA1A}" presName="rootConnector" presStyleLbl="node3" presStyleIdx="1" presStyleCnt="4"/>
      <dgm:spPr/>
      <dgm:t>
        <a:bodyPr/>
        <a:lstStyle/>
        <a:p>
          <a:endParaRPr lang="en-US"/>
        </a:p>
      </dgm:t>
    </dgm:pt>
    <dgm:pt modelId="{DAEF61E3-6D06-4DA0-B1DE-5BB0312F9D88}" type="pres">
      <dgm:prSet presAssocID="{4B6349C9-4E62-48F5-A3C2-5F665BF7BA1A}" presName="hierChild4" presStyleCnt="0"/>
      <dgm:spPr/>
    </dgm:pt>
    <dgm:pt modelId="{53ED4870-DA2A-48D1-8955-E3C2A09BCA53}" type="pres">
      <dgm:prSet presAssocID="{4B6349C9-4E62-48F5-A3C2-5F665BF7BA1A}" presName="hierChild5" presStyleCnt="0"/>
      <dgm:spPr/>
    </dgm:pt>
    <dgm:pt modelId="{32E7C500-D28B-4DD4-811B-09EB20C572FF}" type="pres">
      <dgm:prSet presAssocID="{BBF22E57-8082-4D60-8653-337AFD67AC1D}" presName="Name37" presStyleLbl="parChTrans1D3" presStyleIdx="2" presStyleCnt="4"/>
      <dgm:spPr/>
      <dgm:t>
        <a:bodyPr/>
        <a:lstStyle/>
        <a:p>
          <a:endParaRPr lang="en-US"/>
        </a:p>
      </dgm:t>
    </dgm:pt>
    <dgm:pt modelId="{E46924F5-091E-46C5-A89E-73790AE31212}" type="pres">
      <dgm:prSet presAssocID="{9E667E5E-7625-4A86-8D04-BF6604DCF9DB}" presName="hierRoot2" presStyleCnt="0">
        <dgm:presLayoutVars>
          <dgm:hierBranch val="init"/>
        </dgm:presLayoutVars>
      </dgm:prSet>
      <dgm:spPr/>
    </dgm:pt>
    <dgm:pt modelId="{522F5E87-4388-45B6-880F-E13683F75975}" type="pres">
      <dgm:prSet presAssocID="{9E667E5E-7625-4A86-8D04-BF6604DCF9DB}" presName="rootComposite" presStyleCnt="0"/>
      <dgm:spPr/>
    </dgm:pt>
    <dgm:pt modelId="{FCE6F346-0E64-410D-892F-41CA585B551F}" type="pres">
      <dgm:prSet presAssocID="{9E667E5E-7625-4A86-8D04-BF6604DCF9DB}" presName="rootText" presStyleLbl="node3" presStyleIdx="2" presStyleCnt="4">
        <dgm:presLayoutVars>
          <dgm:chPref val="3"/>
        </dgm:presLayoutVars>
      </dgm:prSet>
      <dgm:spPr/>
      <dgm:t>
        <a:bodyPr/>
        <a:lstStyle/>
        <a:p>
          <a:endParaRPr lang="en-US"/>
        </a:p>
      </dgm:t>
    </dgm:pt>
    <dgm:pt modelId="{37E781BD-2A1B-45ED-9806-9F74C02E129B}" type="pres">
      <dgm:prSet presAssocID="{9E667E5E-7625-4A86-8D04-BF6604DCF9DB}" presName="rootConnector" presStyleLbl="node3" presStyleIdx="2" presStyleCnt="4"/>
      <dgm:spPr/>
      <dgm:t>
        <a:bodyPr/>
        <a:lstStyle/>
        <a:p>
          <a:endParaRPr lang="en-US"/>
        </a:p>
      </dgm:t>
    </dgm:pt>
    <dgm:pt modelId="{4A23479A-7ECC-420B-B343-9EB3C308E828}" type="pres">
      <dgm:prSet presAssocID="{9E667E5E-7625-4A86-8D04-BF6604DCF9DB}" presName="hierChild4" presStyleCnt="0"/>
      <dgm:spPr/>
    </dgm:pt>
    <dgm:pt modelId="{D8A3D0FC-1F06-4132-83E3-8758971E6B7C}" type="pres">
      <dgm:prSet presAssocID="{9E667E5E-7625-4A86-8D04-BF6604DCF9DB}" presName="hierChild5" presStyleCnt="0"/>
      <dgm:spPr/>
    </dgm:pt>
    <dgm:pt modelId="{308DCC1A-9840-4AC4-8B11-815CDD4D1E2C}" type="pres">
      <dgm:prSet presAssocID="{B8258D2B-EC7D-491F-A4BC-B502057DAEF8}" presName="Name37" presStyleLbl="parChTrans1D3" presStyleIdx="3" presStyleCnt="4"/>
      <dgm:spPr/>
      <dgm:t>
        <a:bodyPr/>
        <a:lstStyle/>
        <a:p>
          <a:endParaRPr lang="en-US"/>
        </a:p>
      </dgm:t>
    </dgm:pt>
    <dgm:pt modelId="{3366007F-027F-4ED0-A7E2-74A1F49BC9D1}" type="pres">
      <dgm:prSet presAssocID="{9A339E99-C3E3-47E6-8A0A-EE042E4872AD}" presName="hierRoot2" presStyleCnt="0">
        <dgm:presLayoutVars>
          <dgm:hierBranch val="init"/>
        </dgm:presLayoutVars>
      </dgm:prSet>
      <dgm:spPr/>
    </dgm:pt>
    <dgm:pt modelId="{3C7782CF-E6FE-4CCC-AAF2-C1BA272212D8}" type="pres">
      <dgm:prSet presAssocID="{9A339E99-C3E3-47E6-8A0A-EE042E4872AD}" presName="rootComposite" presStyleCnt="0"/>
      <dgm:spPr/>
    </dgm:pt>
    <dgm:pt modelId="{49E6D560-E853-4BC6-BE13-F8C39490C971}" type="pres">
      <dgm:prSet presAssocID="{9A339E99-C3E3-47E6-8A0A-EE042E4872AD}" presName="rootText" presStyleLbl="node3" presStyleIdx="3" presStyleCnt="4">
        <dgm:presLayoutVars>
          <dgm:chPref val="3"/>
        </dgm:presLayoutVars>
      </dgm:prSet>
      <dgm:spPr/>
      <dgm:t>
        <a:bodyPr/>
        <a:lstStyle/>
        <a:p>
          <a:endParaRPr lang="en-US"/>
        </a:p>
      </dgm:t>
    </dgm:pt>
    <dgm:pt modelId="{49CFF4E0-8907-4E08-B04D-42049232B5E6}" type="pres">
      <dgm:prSet presAssocID="{9A339E99-C3E3-47E6-8A0A-EE042E4872AD}" presName="rootConnector" presStyleLbl="node3" presStyleIdx="3" presStyleCnt="4"/>
      <dgm:spPr/>
      <dgm:t>
        <a:bodyPr/>
        <a:lstStyle/>
        <a:p>
          <a:endParaRPr lang="en-US"/>
        </a:p>
      </dgm:t>
    </dgm:pt>
    <dgm:pt modelId="{947B21D0-42A0-4397-83BA-43A0990892E8}" type="pres">
      <dgm:prSet presAssocID="{9A339E99-C3E3-47E6-8A0A-EE042E4872AD}" presName="hierChild4" presStyleCnt="0"/>
      <dgm:spPr/>
    </dgm:pt>
    <dgm:pt modelId="{62AC09EA-97D2-4E0D-85F4-5E45D66A7D37}" type="pres">
      <dgm:prSet presAssocID="{9A339E99-C3E3-47E6-8A0A-EE042E4872AD}" presName="hierChild5" presStyleCnt="0"/>
      <dgm:spPr/>
    </dgm:pt>
    <dgm:pt modelId="{C696138F-355B-4194-B4E1-E1F7F665F4A3}" type="pres">
      <dgm:prSet presAssocID="{72115656-AC75-45FB-9F15-6624FBD8DD77}" presName="hierChild5" presStyleCnt="0"/>
      <dgm:spPr/>
    </dgm:pt>
    <dgm:pt modelId="{D99A5427-B29C-41CF-9278-0DB88B05B3E4}" type="pres">
      <dgm:prSet presAssocID="{40D581DD-D4D1-4E78-8B45-E7E2BA40FB4B}" presName="hierChild3" presStyleCnt="0"/>
      <dgm:spPr/>
    </dgm:pt>
  </dgm:ptLst>
  <dgm:cxnLst>
    <dgm:cxn modelId="{4E8C4BA2-9944-4C6E-804E-0CC5CD3998B6}" type="presOf" srcId="{791EF0A3-BFC5-415A-8B3A-501854171BE4}" destId="{B157CF4A-2DDD-4909-B642-58FDB2C69FC9}" srcOrd="1" destOrd="0" presId="urn:microsoft.com/office/officeart/2005/8/layout/orgChart1"/>
    <dgm:cxn modelId="{7EAADF76-DF47-4398-AF15-DEDC9B935C36}" type="presOf" srcId="{64B03612-5B3D-47A8-90D9-7176B99F9872}" destId="{08669288-5EB7-478A-8AE5-F2E53ABCEC61}" srcOrd="0" destOrd="0" presId="urn:microsoft.com/office/officeart/2005/8/layout/orgChart1"/>
    <dgm:cxn modelId="{70250DCF-F558-4D46-803A-CBED076E2663}" srcId="{72115656-AC75-45FB-9F15-6624FBD8DD77}" destId="{4B6349C9-4E62-48F5-A3C2-5F665BF7BA1A}" srcOrd="1" destOrd="0" parTransId="{A22C4D26-E710-4CF7-876F-8A46A1200294}" sibTransId="{D36A2B1C-440A-468F-8293-70D01AD7717E}"/>
    <dgm:cxn modelId="{7AB13AE7-1DE5-4961-B54F-F2402D5189D9}" type="presOf" srcId="{A1C7647E-B6EE-4EE2-8DF5-FC42BABE88F9}" destId="{CA67938C-F07C-47C8-AC0D-A06F9ACA045E}" srcOrd="1" destOrd="0" presId="urn:microsoft.com/office/officeart/2005/8/layout/orgChart1"/>
    <dgm:cxn modelId="{116B0C98-7FAE-42FF-81AB-2B66FFB4DAA1}" type="presOf" srcId="{9E667E5E-7625-4A86-8D04-BF6604DCF9DB}" destId="{FCE6F346-0E64-410D-892F-41CA585B551F}" srcOrd="0" destOrd="0" presId="urn:microsoft.com/office/officeart/2005/8/layout/orgChart1"/>
    <dgm:cxn modelId="{0E7C8C11-B0DE-443E-BE71-DDF99675A052}" type="presOf" srcId="{791EF0A3-BFC5-415A-8B3A-501854171BE4}" destId="{15E5B89E-326A-4C78-8898-58755D660B77}" srcOrd="0" destOrd="0" presId="urn:microsoft.com/office/officeart/2005/8/layout/orgChart1"/>
    <dgm:cxn modelId="{D4C55773-A143-4A29-9F70-83328D2585B9}" type="presOf" srcId="{4B6349C9-4E62-48F5-A3C2-5F665BF7BA1A}" destId="{9C5FAC33-48E7-4763-A116-AEFD2ADAFE8E}" srcOrd="1" destOrd="0" presId="urn:microsoft.com/office/officeart/2005/8/layout/orgChart1"/>
    <dgm:cxn modelId="{52B2ADD8-E2F3-4F74-B965-A0FC06CD4521}" type="presOf" srcId="{BBF22E57-8082-4D60-8653-337AFD67AC1D}" destId="{32E7C500-D28B-4DD4-811B-09EB20C572FF}" srcOrd="0" destOrd="0" presId="urn:microsoft.com/office/officeart/2005/8/layout/orgChart1"/>
    <dgm:cxn modelId="{D7E05ED8-9412-4DA4-B408-8295EF95A60F}" type="presOf" srcId="{48166014-6539-4B68-89BE-AAF52947CB00}" destId="{E7934CD9-D05A-4C41-866B-8555C604E926}" srcOrd="0" destOrd="0" presId="urn:microsoft.com/office/officeart/2005/8/layout/orgChart1"/>
    <dgm:cxn modelId="{BE33C712-2298-40B7-B029-7B7F9119E111}" type="presOf" srcId="{9A339E99-C3E3-47E6-8A0A-EE042E4872AD}" destId="{49CFF4E0-8907-4E08-B04D-42049232B5E6}" srcOrd="1" destOrd="0" presId="urn:microsoft.com/office/officeart/2005/8/layout/orgChart1"/>
    <dgm:cxn modelId="{9C5B05C8-49A0-4305-8D8A-9401E93A58F0}" srcId="{72115656-AC75-45FB-9F15-6624FBD8DD77}" destId="{9E667E5E-7625-4A86-8D04-BF6604DCF9DB}" srcOrd="2" destOrd="0" parTransId="{BBF22E57-8082-4D60-8653-337AFD67AC1D}" sibTransId="{8BBA9E72-68BD-4EAC-A035-A8D6A037FE58}"/>
    <dgm:cxn modelId="{5FFC9153-75E6-4F34-A4E4-246F9E53EA9C}" type="presOf" srcId="{72115656-AC75-45FB-9F15-6624FBD8DD77}" destId="{B1088DA3-F106-4D65-852F-B7805419127C}" srcOrd="1" destOrd="0" presId="urn:microsoft.com/office/officeart/2005/8/layout/orgChart1"/>
    <dgm:cxn modelId="{38A94D60-CDA8-4CCA-8C8F-E9E39C5EF5A1}" srcId="{64B03612-5B3D-47A8-90D9-7176B99F9872}" destId="{40D581DD-D4D1-4E78-8B45-E7E2BA40FB4B}" srcOrd="0" destOrd="0" parTransId="{A05B0C9D-6F06-4677-915B-896D0C495E50}" sibTransId="{D0B3EC44-E852-49BC-8A6C-0BB22976831D}"/>
    <dgm:cxn modelId="{FFB18442-C917-4F01-9B33-A977BE2F6BE4}" type="presOf" srcId="{9A339E99-C3E3-47E6-8A0A-EE042E4872AD}" destId="{49E6D560-E853-4BC6-BE13-F8C39490C971}" srcOrd="0" destOrd="0" presId="urn:microsoft.com/office/officeart/2005/8/layout/orgChart1"/>
    <dgm:cxn modelId="{F495C58A-B803-4A52-9D8D-9DD288976FCE}" srcId="{72115656-AC75-45FB-9F15-6624FBD8DD77}" destId="{48166014-6539-4B68-89BE-AAF52947CB00}" srcOrd="0" destOrd="0" parTransId="{38CDC580-F188-47F3-8E51-16B7C9148EA2}" sibTransId="{C25A79E3-FB27-4AB9-81A4-3FB3409FF001}"/>
    <dgm:cxn modelId="{D168AF81-DC4F-4E09-8361-9DBB8EF270BC}" type="presOf" srcId="{A22C4D26-E710-4CF7-876F-8A46A1200294}" destId="{1D078CBD-D84A-4819-8048-5552D71381D2}" srcOrd="0" destOrd="0" presId="urn:microsoft.com/office/officeart/2005/8/layout/orgChart1"/>
    <dgm:cxn modelId="{F7DC175E-F1E8-416F-B97B-14E16E15259F}" type="presOf" srcId="{72115656-AC75-45FB-9F15-6624FBD8DD77}" destId="{2ADB20FC-809E-49B9-BA47-90089135B0FD}" srcOrd="0" destOrd="0" presId="urn:microsoft.com/office/officeart/2005/8/layout/orgChart1"/>
    <dgm:cxn modelId="{8AC5C398-E24E-4CDC-A214-193E30F497BD}" srcId="{40D581DD-D4D1-4E78-8B45-E7E2BA40FB4B}" destId="{72115656-AC75-45FB-9F15-6624FBD8DD77}" srcOrd="1" destOrd="0" parTransId="{09684483-43C4-4FF2-B0EA-7F4A99DA4B7A}" sibTransId="{36E240C3-51A2-444C-B422-DCC509BD253F}"/>
    <dgm:cxn modelId="{8B41F176-7D5F-479B-962D-8A719D96EC94}" srcId="{48166014-6539-4B68-89BE-AAF52947CB00}" destId="{A1C7647E-B6EE-4EE2-8DF5-FC42BABE88F9}" srcOrd="0" destOrd="0" parTransId="{9D89283E-1238-4064-8E77-EC3457552D65}" sibTransId="{00C1AA92-D8B9-42D4-877E-3451D185295A}"/>
    <dgm:cxn modelId="{C4B04F26-8DD7-49AF-89D0-55C150DC2D99}" type="presOf" srcId="{A1C7647E-B6EE-4EE2-8DF5-FC42BABE88F9}" destId="{7EC7994C-80FE-43E2-AB4F-984E6DCB6C9A}" srcOrd="0" destOrd="0" presId="urn:microsoft.com/office/officeart/2005/8/layout/orgChart1"/>
    <dgm:cxn modelId="{42F1E7AB-80A0-438F-97B4-8C4B41BD557C}" type="presOf" srcId="{40D581DD-D4D1-4E78-8B45-E7E2BA40FB4B}" destId="{385F8ABC-BCCE-4EC6-9764-4DD295B96801}" srcOrd="1" destOrd="0" presId="urn:microsoft.com/office/officeart/2005/8/layout/orgChart1"/>
    <dgm:cxn modelId="{2C850A5F-AAE2-4FAD-AA12-B71B036F1B5A}" type="presOf" srcId="{9D89283E-1238-4064-8E77-EC3457552D65}" destId="{10543269-0D0B-4A90-A7B5-94558C4C5A08}" srcOrd="0" destOrd="0" presId="urn:microsoft.com/office/officeart/2005/8/layout/orgChart1"/>
    <dgm:cxn modelId="{82EF73C2-AA09-404E-8243-8E186CDD8989}" type="presOf" srcId="{48166014-6539-4B68-89BE-AAF52947CB00}" destId="{12F19BA5-887B-414B-80BB-86A24295AA2B}" srcOrd="1" destOrd="0" presId="urn:microsoft.com/office/officeart/2005/8/layout/orgChart1"/>
    <dgm:cxn modelId="{11874DC7-770B-46D3-B847-B7D16B85C426}" srcId="{40D581DD-D4D1-4E78-8B45-E7E2BA40FB4B}" destId="{791EF0A3-BFC5-415A-8B3A-501854171BE4}" srcOrd="0" destOrd="0" parTransId="{BA703706-4265-4024-84B0-F054FDBFA96A}" sibTransId="{38176452-72EF-4D62-BE45-72057EF90169}"/>
    <dgm:cxn modelId="{5DB370A3-AEED-4FD3-9D0D-4EECFE85D6B3}" srcId="{72115656-AC75-45FB-9F15-6624FBD8DD77}" destId="{9A339E99-C3E3-47E6-8A0A-EE042E4872AD}" srcOrd="3" destOrd="0" parTransId="{B8258D2B-EC7D-491F-A4BC-B502057DAEF8}" sibTransId="{F49CAF81-AF17-425D-8296-24C9D242F785}"/>
    <dgm:cxn modelId="{11F8B3D6-981E-4388-BBB4-BBBB02AF734F}" type="presOf" srcId="{4B6349C9-4E62-48F5-A3C2-5F665BF7BA1A}" destId="{DC73ABD1-7D50-4144-95E3-55AB6A8D5D05}" srcOrd="0" destOrd="0" presId="urn:microsoft.com/office/officeart/2005/8/layout/orgChart1"/>
    <dgm:cxn modelId="{52B0D424-A7B5-4381-8B87-39A1B38659BA}" type="presOf" srcId="{9E667E5E-7625-4A86-8D04-BF6604DCF9DB}" destId="{37E781BD-2A1B-45ED-9806-9F74C02E129B}" srcOrd="1" destOrd="0" presId="urn:microsoft.com/office/officeart/2005/8/layout/orgChart1"/>
    <dgm:cxn modelId="{40AE8845-D81C-4123-A9DE-A915B9C2FA7D}" type="presOf" srcId="{BA703706-4265-4024-84B0-F054FDBFA96A}" destId="{D2FEA61E-ADA3-457D-AD72-B4B3098D7DE5}" srcOrd="0" destOrd="0" presId="urn:microsoft.com/office/officeart/2005/8/layout/orgChart1"/>
    <dgm:cxn modelId="{C6D4DACD-C8A5-4436-B85D-A555F08F50CE}" type="presOf" srcId="{38CDC580-F188-47F3-8E51-16B7C9148EA2}" destId="{85D54ADB-643B-4BA8-8997-57BE338273AE}" srcOrd="0" destOrd="0" presId="urn:microsoft.com/office/officeart/2005/8/layout/orgChart1"/>
    <dgm:cxn modelId="{7F55AB1E-86E8-4370-9408-6300E6F8FC8C}" type="presOf" srcId="{B8258D2B-EC7D-491F-A4BC-B502057DAEF8}" destId="{308DCC1A-9840-4AC4-8B11-815CDD4D1E2C}" srcOrd="0" destOrd="0" presId="urn:microsoft.com/office/officeart/2005/8/layout/orgChart1"/>
    <dgm:cxn modelId="{54BC0E3E-99F5-4FB8-A751-FBEDCCCC5155}" type="presOf" srcId="{40D581DD-D4D1-4E78-8B45-E7E2BA40FB4B}" destId="{B133E328-B33A-41D1-BDAA-B6DE937DAE3E}" srcOrd="0" destOrd="0" presId="urn:microsoft.com/office/officeart/2005/8/layout/orgChart1"/>
    <dgm:cxn modelId="{F03E48CC-5112-41D1-A8E1-4DAA90FD8A71}" type="presOf" srcId="{09684483-43C4-4FF2-B0EA-7F4A99DA4B7A}" destId="{F03C5BB7-06D1-4F10-AD16-3924199AC5E3}" srcOrd="0" destOrd="0" presId="urn:microsoft.com/office/officeart/2005/8/layout/orgChart1"/>
    <dgm:cxn modelId="{1213532C-87C6-4BAC-917E-806B94B86903}" type="presParOf" srcId="{08669288-5EB7-478A-8AE5-F2E53ABCEC61}" destId="{D65BB371-9A26-4983-A39E-4D3B75C6947B}" srcOrd="0" destOrd="0" presId="urn:microsoft.com/office/officeart/2005/8/layout/orgChart1"/>
    <dgm:cxn modelId="{9E77E53C-56D2-4A04-9C6D-FB704A50A08D}" type="presParOf" srcId="{D65BB371-9A26-4983-A39E-4D3B75C6947B}" destId="{903956CB-534D-4E68-B802-3048C7A09B7F}" srcOrd="0" destOrd="0" presId="urn:microsoft.com/office/officeart/2005/8/layout/orgChart1"/>
    <dgm:cxn modelId="{85C7F27E-D770-4520-A5F0-101287310A7E}" type="presParOf" srcId="{903956CB-534D-4E68-B802-3048C7A09B7F}" destId="{B133E328-B33A-41D1-BDAA-B6DE937DAE3E}" srcOrd="0" destOrd="0" presId="urn:microsoft.com/office/officeart/2005/8/layout/orgChart1"/>
    <dgm:cxn modelId="{9F9F1CD0-6B41-4925-B5F4-529BC1788570}" type="presParOf" srcId="{903956CB-534D-4E68-B802-3048C7A09B7F}" destId="{385F8ABC-BCCE-4EC6-9764-4DD295B96801}" srcOrd="1" destOrd="0" presId="urn:microsoft.com/office/officeart/2005/8/layout/orgChart1"/>
    <dgm:cxn modelId="{AFDD61F5-D53F-4A12-9FAB-69BE646CF7CA}" type="presParOf" srcId="{D65BB371-9A26-4983-A39E-4D3B75C6947B}" destId="{BEEAABBD-773B-448D-B344-9BC91B5226C9}" srcOrd="1" destOrd="0" presId="urn:microsoft.com/office/officeart/2005/8/layout/orgChart1"/>
    <dgm:cxn modelId="{22474955-3274-424D-815E-FE6C958D66AD}" type="presParOf" srcId="{BEEAABBD-773B-448D-B344-9BC91B5226C9}" destId="{D2FEA61E-ADA3-457D-AD72-B4B3098D7DE5}" srcOrd="0" destOrd="0" presId="urn:microsoft.com/office/officeart/2005/8/layout/orgChart1"/>
    <dgm:cxn modelId="{635E850A-0330-4A02-8AE1-04A5757CFFF1}" type="presParOf" srcId="{BEEAABBD-773B-448D-B344-9BC91B5226C9}" destId="{F48DBFF2-0263-44BD-877F-6E200B8F3D3A}" srcOrd="1" destOrd="0" presId="urn:microsoft.com/office/officeart/2005/8/layout/orgChart1"/>
    <dgm:cxn modelId="{96905DA5-1B36-47A8-BB39-423C14FA5ADD}" type="presParOf" srcId="{F48DBFF2-0263-44BD-877F-6E200B8F3D3A}" destId="{2467E506-9C72-46B6-893B-EAC81A25DB49}" srcOrd="0" destOrd="0" presId="urn:microsoft.com/office/officeart/2005/8/layout/orgChart1"/>
    <dgm:cxn modelId="{ADF31ACB-CDA0-4425-A021-1F9E49A854CF}" type="presParOf" srcId="{2467E506-9C72-46B6-893B-EAC81A25DB49}" destId="{15E5B89E-326A-4C78-8898-58755D660B77}" srcOrd="0" destOrd="0" presId="urn:microsoft.com/office/officeart/2005/8/layout/orgChart1"/>
    <dgm:cxn modelId="{97D78D15-2BED-4EBC-BFF3-7AD349C6FCC8}" type="presParOf" srcId="{2467E506-9C72-46B6-893B-EAC81A25DB49}" destId="{B157CF4A-2DDD-4909-B642-58FDB2C69FC9}" srcOrd="1" destOrd="0" presId="urn:microsoft.com/office/officeart/2005/8/layout/orgChart1"/>
    <dgm:cxn modelId="{8421A3C3-6E10-426C-B083-13A7562DA296}" type="presParOf" srcId="{F48DBFF2-0263-44BD-877F-6E200B8F3D3A}" destId="{96BA98EE-558C-4FAB-8066-DF0E160345C2}" srcOrd="1" destOrd="0" presId="urn:microsoft.com/office/officeart/2005/8/layout/orgChart1"/>
    <dgm:cxn modelId="{E5A38AFF-08D6-4571-B735-8DAAA2024D79}" type="presParOf" srcId="{F48DBFF2-0263-44BD-877F-6E200B8F3D3A}" destId="{D77E0DD3-9BA8-4AFE-818D-D6894EC927DA}" srcOrd="2" destOrd="0" presId="urn:microsoft.com/office/officeart/2005/8/layout/orgChart1"/>
    <dgm:cxn modelId="{8E031EF2-8CF3-4CD1-9A2E-9F28A4A82405}" type="presParOf" srcId="{BEEAABBD-773B-448D-B344-9BC91B5226C9}" destId="{F03C5BB7-06D1-4F10-AD16-3924199AC5E3}" srcOrd="2" destOrd="0" presId="urn:microsoft.com/office/officeart/2005/8/layout/orgChart1"/>
    <dgm:cxn modelId="{33C09F16-3F67-458F-95AF-2B3B0653A7C7}" type="presParOf" srcId="{BEEAABBD-773B-448D-B344-9BC91B5226C9}" destId="{31D5FB74-92DF-43F9-83C5-93FBD11B139F}" srcOrd="3" destOrd="0" presId="urn:microsoft.com/office/officeart/2005/8/layout/orgChart1"/>
    <dgm:cxn modelId="{9CC55027-0D0A-43F8-BB62-6258FE6D3471}" type="presParOf" srcId="{31D5FB74-92DF-43F9-83C5-93FBD11B139F}" destId="{C800FE76-5BBF-4DCB-B1A6-9DF66C817636}" srcOrd="0" destOrd="0" presId="urn:microsoft.com/office/officeart/2005/8/layout/orgChart1"/>
    <dgm:cxn modelId="{3A4E2DB9-DD23-41B1-8665-05E0FAB1972C}" type="presParOf" srcId="{C800FE76-5BBF-4DCB-B1A6-9DF66C817636}" destId="{2ADB20FC-809E-49B9-BA47-90089135B0FD}" srcOrd="0" destOrd="0" presId="urn:microsoft.com/office/officeart/2005/8/layout/orgChart1"/>
    <dgm:cxn modelId="{AF0FCFA9-35E0-459E-A792-8002751D0527}" type="presParOf" srcId="{C800FE76-5BBF-4DCB-B1A6-9DF66C817636}" destId="{B1088DA3-F106-4D65-852F-B7805419127C}" srcOrd="1" destOrd="0" presId="urn:microsoft.com/office/officeart/2005/8/layout/orgChart1"/>
    <dgm:cxn modelId="{111760C2-EB82-47A4-B8CD-C07666F17ABE}" type="presParOf" srcId="{31D5FB74-92DF-43F9-83C5-93FBD11B139F}" destId="{BB2CFCF5-D897-401C-B790-D585A9320676}" srcOrd="1" destOrd="0" presId="urn:microsoft.com/office/officeart/2005/8/layout/orgChart1"/>
    <dgm:cxn modelId="{9FDA0CA9-D9F5-4CDC-8418-72F55154FE1E}" type="presParOf" srcId="{BB2CFCF5-D897-401C-B790-D585A9320676}" destId="{85D54ADB-643B-4BA8-8997-57BE338273AE}" srcOrd="0" destOrd="0" presId="urn:microsoft.com/office/officeart/2005/8/layout/orgChart1"/>
    <dgm:cxn modelId="{7FDA3D4E-3AA4-4CE9-A2C1-0544A6DF3969}" type="presParOf" srcId="{BB2CFCF5-D897-401C-B790-D585A9320676}" destId="{46E12A00-AF3B-410A-99B1-B4D7D56AC7EC}" srcOrd="1" destOrd="0" presId="urn:microsoft.com/office/officeart/2005/8/layout/orgChart1"/>
    <dgm:cxn modelId="{0EE0AC30-4C0E-4E48-ABE6-8E16E4B59325}" type="presParOf" srcId="{46E12A00-AF3B-410A-99B1-B4D7D56AC7EC}" destId="{1390A425-FA4A-4BD4-8CBB-A86051D9FE4B}" srcOrd="0" destOrd="0" presId="urn:microsoft.com/office/officeart/2005/8/layout/orgChart1"/>
    <dgm:cxn modelId="{9E2EFD8A-87D7-4730-B771-F51A7C094337}" type="presParOf" srcId="{1390A425-FA4A-4BD4-8CBB-A86051D9FE4B}" destId="{E7934CD9-D05A-4C41-866B-8555C604E926}" srcOrd="0" destOrd="0" presId="urn:microsoft.com/office/officeart/2005/8/layout/orgChart1"/>
    <dgm:cxn modelId="{8A004B77-0B13-4038-B818-2BCA8D844C75}" type="presParOf" srcId="{1390A425-FA4A-4BD4-8CBB-A86051D9FE4B}" destId="{12F19BA5-887B-414B-80BB-86A24295AA2B}" srcOrd="1" destOrd="0" presId="urn:microsoft.com/office/officeart/2005/8/layout/orgChart1"/>
    <dgm:cxn modelId="{FDD58682-33EC-457A-9D25-C0E71F414EF3}" type="presParOf" srcId="{46E12A00-AF3B-410A-99B1-B4D7D56AC7EC}" destId="{5440316A-147C-432B-9DBA-16D7734F1F21}" srcOrd="1" destOrd="0" presId="urn:microsoft.com/office/officeart/2005/8/layout/orgChart1"/>
    <dgm:cxn modelId="{E2DB8BBE-1A1C-45D4-A758-AFF87887A945}" type="presParOf" srcId="{5440316A-147C-432B-9DBA-16D7734F1F21}" destId="{10543269-0D0B-4A90-A7B5-94558C4C5A08}" srcOrd="0" destOrd="0" presId="urn:microsoft.com/office/officeart/2005/8/layout/orgChart1"/>
    <dgm:cxn modelId="{D31637D0-D5E4-454F-95E3-6B8CB0BBE282}" type="presParOf" srcId="{5440316A-147C-432B-9DBA-16D7734F1F21}" destId="{75C73525-27E7-4A3F-8BD4-9D49BBF5C1F6}" srcOrd="1" destOrd="0" presId="urn:microsoft.com/office/officeart/2005/8/layout/orgChart1"/>
    <dgm:cxn modelId="{8AAF0E5E-7ECB-41E7-86B0-641001302FBF}" type="presParOf" srcId="{75C73525-27E7-4A3F-8BD4-9D49BBF5C1F6}" destId="{37F8923A-83EF-47BC-A34F-529CCC4E3D6B}" srcOrd="0" destOrd="0" presId="urn:microsoft.com/office/officeart/2005/8/layout/orgChart1"/>
    <dgm:cxn modelId="{DD28A76E-0A01-474B-A799-F7F6AFAA502E}" type="presParOf" srcId="{37F8923A-83EF-47BC-A34F-529CCC4E3D6B}" destId="{7EC7994C-80FE-43E2-AB4F-984E6DCB6C9A}" srcOrd="0" destOrd="0" presId="urn:microsoft.com/office/officeart/2005/8/layout/orgChart1"/>
    <dgm:cxn modelId="{EACD360F-3416-4AED-8DAE-EC3E9F3EC637}" type="presParOf" srcId="{37F8923A-83EF-47BC-A34F-529CCC4E3D6B}" destId="{CA67938C-F07C-47C8-AC0D-A06F9ACA045E}" srcOrd="1" destOrd="0" presId="urn:microsoft.com/office/officeart/2005/8/layout/orgChart1"/>
    <dgm:cxn modelId="{EA3B6009-F236-4255-9D6F-46452A4E761D}" type="presParOf" srcId="{75C73525-27E7-4A3F-8BD4-9D49BBF5C1F6}" destId="{96C26925-ACF7-449A-A683-65FB1D9E4E7A}" srcOrd="1" destOrd="0" presId="urn:microsoft.com/office/officeart/2005/8/layout/orgChart1"/>
    <dgm:cxn modelId="{342A3761-BCDE-47F8-B7E0-4A896F8CF785}" type="presParOf" srcId="{75C73525-27E7-4A3F-8BD4-9D49BBF5C1F6}" destId="{F43D3B78-43A9-42B2-BFF3-F66DEA47F84B}" srcOrd="2" destOrd="0" presId="urn:microsoft.com/office/officeart/2005/8/layout/orgChart1"/>
    <dgm:cxn modelId="{37A7C945-2527-4B6B-8C27-DAF0043A8C1E}" type="presParOf" srcId="{46E12A00-AF3B-410A-99B1-B4D7D56AC7EC}" destId="{60EAD89B-29F8-4C10-95C8-39C6932CF9FB}" srcOrd="2" destOrd="0" presId="urn:microsoft.com/office/officeart/2005/8/layout/orgChart1"/>
    <dgm:cxn modelId="{3B4C731C-FB86-4FAD-9D73-42657C67BB4A}" type="presParOf" srcId="{BB2CFCF5-D897-401C-B790-D585A9320676}" destId="{1D078CBD-D84A-4819-8048-5552D71381D2}" srcOrd="2" destOrd="0" presId="urn:microsoft.com/office/officeart/2005/8/layout/orgChart1"/>
    <dgm:cxn modelId="{74394DDB-A6ED-4366-B11E-E8751403D553}" type="presParOf" srcId="{BB2CFCF5-D897-401C-B790-D585A9320676}" destId="{E2BD4924-A12C-444E-816F-A1729E7C1061}" srcOrd="3" destOrd="0" presId="urn:microsoft.com/office/officeart/2005/8/layout/orgChart1"/>
    <dgm:cxn modelId="{6EB8687D-78B4-4F59-8E39-27421C4113BF}" type="presParOf" srcId="{E2BD4924-A12C-444E-816F-A1729E7C1061}" destId="{49BF7572-D2E8-4E4E-AA80-C5447CBBC4C8}" srcOrd="0" destOrd="0" presId="urn:microsoft.com/office/officeart/2005/8/layout/orgChart1"/>
    <dgm:cxn modelId="{82475C8C-28E9-43DE-93B7-34064FD01248}" type="presParOf" srcId="{49BF7572-D2E8-4E4E-AA80-C5447CBBC4C8}" destId="{DC73ABD1-7D50-4144-95E3-55AB6A8D5D05}" srcOrd="0" destOrd="0" presId="urn:microsoft.com/office/officeart/2005/8/layout/orgChart1"/>
    <dgm:cxn modelId="{280FA536-0270-41AD-A535-8513B493EB90}" type="presParOf" srcId="{49BF7572-D2E8-4E4E-AA80-C5447CBBC4C8}" destId="{9C5FAC33-48E7-4763-A116-AEFD2ADAFE8E}" srcOrd="1" destOrd="0" presId="urn:microsoft.com/office/officeart/2005/8/layout/orgChart1"/>
    <dgm:cxn modelId="{7174432D-2FE8-461D-94F8-B013400BA67A}" type="presParOf" srcId="{E2BD4924-A12C-444E-816F-A1729E7C1061}" destId="{DAEF61E3-6D06-4DA0-B1DE-5BB0312F9D88}" srcOrd="1" destOrd="0" presId="urn:microsoft.com/office/officeart/2005/8/layout/orgChart1"/>
    <dgm:cxn modelId="{BE03F5CB-32EE-4A8C-ADE5-8675A396CCD9}" type="presParOf" srcId="{E2BD4924-A12C-444E-816F-A1729E7C1061}" destId="{53ED4870-DA2A-48D1-8955-E3C2A09BCA53}" srcOrd="2" destOrd="0" presId="urn:microsoft.com/office/officeart/2005/8/layout/orgChart1"/>
    <dgm:cxn modelId="{2D0793D2-6671-4117-B650-CA3A7D14020B}" type="presParOf" srcId="{BB2CFCF5-D897-401C-B790-D585A9320676}" destId="{32E7C500-D28B-4DD4-811B-09EB20C572FF}" srcOrd="4" destOrd="0" presId="urn:microsoft.com/office/officeart/2005/8/layout/orgChart1"/>
    <dgm:cxn modelId="{F38086A6-3C49-4542-B35F-F626172E1955}" type="presParOf" srcId="{BB2CFCF5-D897-401C-B790-D585A9320676}" destId="{E46924F5-091E-46C5-A89E-73790AE31212}" srcOrd="5" destOrd="0" presId="urn:microsoft.com/office/officeart/2005/8/layout/orgChart1"/>
    <dgm:cxn modelId="{B9CA06A5-EDF7-4001-A944-8649E6583DA9}" type="presParOf" srcId="{E46924F5-091E-46C5-A89E-73790AE31212}" destId="{522F5E87-4388-45B6-880F-E13683F75975}" srcOrd="0" destOrd="0" presId="urn:microsoft.com/office/officeart/2005/8/layout/orgChart1"/>
    <dgm:cxn modelId="{3DCEE8F1-B75F-4ECB-8BF9-72E0C6D9B19B}" type="presParOf" srcId="{522F5E87-4388-45B6-880F-E13683F75975}" destId="{FCE6F346-0E64-410D-892F-41CA585B551F}" srcOrd="0" destOrd="0" presId="urn:microsoft.com/office/officeart/2005/8/layout/orgChart1"/>
    <dgm:cxn modelId="{43A6C304-3451-4211-84EF-367E698B3F43}" type="presParOf" srcId="{522F5E87-4388-45B6-880F-E13683F75975}" destId="{37E781BD-2A1B-45ED-9806-9F74C02E129B}" srcOrd="1" destOrd="0" presId="urn:microsoft.com/office/officeart/2005/8/layout/orgChart1"/>
    <dgm:cxn modelId="{2D9D76A9-4BD6-4C3D-87D3-FA3CE952B88D}" type="presParOf" srcId="{E46924F5-091E-46C5-A89E-73790AE31212}" destId="{4A23479A-7ECC-420B-B343-9EB3C308E828}" srcOrd="1" destOrd="0" presId="urn:microsoft.com/office/officeart/2005/8/layout/orgChart1"/>
    <dgm:cxn modelId="{B13B05DA-5186-4052-B03D-20F46C207891}" type="presParOf" srcId="{E46924F5-091E-46C5-A89E-73790AE31212}" destId="{D8A3D0FC-1F06-4132-83E3-8758971E6B7C}" srcOrd="2" destOrd="0" presId="urn:microsoft.com/office/officeart/2005/8/layout/orgChart1"/>
    <dgm:cxn modelId="{78102855-AE6F-48B8-BD91-FC0AFF4724F1}" type="presParOf" srcId="{BB2CFCF5-D897-401C-B790-D585A9320676}" destId="{308DCC1A-9840-4AC4-8B11-815CDD4D1E2C}" srcOrd="6" destOrd="0" presId="urn:microsoft.com/office/officeart/2005/8/layout/orgChart1"/>
    <dgm:cxn modelId="{7BD24B4A-F966-4CC3-AD4C-12228FA81CD4}" type="presParOf" srcId="{BB2CFCF5-D897-401C-B790-D585A9320676}" destId="{3366007F-027F-4ED0-A7E2-74A1F49BC9D1}" srcOrd="7" destOrd="0" presId="urn:microsoft.com/office/officeart/2005/8/layout/orgChart1"/>
    <dgm:cxn modelId="{DADEE686-48C8-423F-BBC4-7B5CA5BB8894}" type="presParOf" srcId="{3366007F-027F-4ED0-A7E2-74A1F49BC9D1}" destId="{3C7782CF-E6FE-4CCC-AAF2-C1BA272212D8}" srcOrd="0" destOrd="0" presId="urn:microsoft.com/office/officeart/2005/8/layout/orgChart1"/>
    <dgm:cxn modelId="{7421FB08-F116-426D-850C-D09D5A385C4D}" type="presParOf" srcId="{3C7782CF-E6FE-4CCC-AAF2-C1BA272212D8}" destId="{49E6D560-E853-4BC6-BE13-F8C39490C971}" srcOrd="0" destOrd="0" presId="urn:microsoft.com/office/officeart/2005/8/layout/orgChart1"/>
    <dgm:cxn modelId="{014799DF-CAAA-4516-9BE5-1BFBA7D5BBA5}" type="presParOf" srcId="{3C7782CF-E6FE-4CCC-AAF2-C1BA272212D8}" destId="{49CFF4E0-8907-4E08-B04D-42049232B5E6}" srcOrd="1" destOrd="0" presId="urn:microsoft.com/office/officeart/2005/8/layout/orgChart1"/>
    <dgm:cxn modelId="{724FB284-B7E8-4E69-B624-7AA3D3252372}" type="presParOf" srcId="{3366007F-027F-4ED0-A7E2-74A1F49BC9D1}" destId="{947B21D0-42A0-4397-83BA-43A0990892E8}" srcOrd="1" destOrd="0" presId="urn:microsoft.com/office/officeart/2005/8/layout/orgChart1"/>
    <dgm:cxn modelId="{19700D7E-7AC2-404D-B3AD-48E1B6BAA340}" type="presParOf" srcId="{3366007F-027F-4ED0-A7E2-74A1F49BC9D1}" destId="{62AC09EA-97D2-4E0D-85F4-5E45D66A7D37}" srcOrd="2" destOrd="0" presId="urn:microsoft.com/office/officeart/2005/8/layout/orgChart1"/>
    <dgm:cxn modelId="{9AC8D022-FC37-4762-B0C9-214F0565A4B5}" type="presParOf" srcId="{31D5FB74-92DF-43F9-83C5-93FBD11B139F}" destId="{C696138F-355B-4194-B4E1-E1F7F665F4A3}" srcOrd="2" destOrd="0" presId="urn:microsoft.com/office/officeart/2005/8/layout/orgChart1"/>
    <dgm:cxn modelId="{01744D9A-3C7E-4A07-9A5E-774443C80EF8}" type="presParOf" srcId="{D65BB371-9A26-4983-A39E-4D3B75C6947B}" destId="{D99A5427-B29C-41CF-9278-0DB88B05B3E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F9E0881-1E73-4385-BF5F-C7ACE1CA31F6}"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US"/>
        </a:p>
      </dgm:t>
    </dgm:pt>
    <dgm:pt modelId="{32F9EE81-1937-4F87-AE8C-37A7B433D733}">
      <dgm:prSet custT="1"/>
      <dgm:spPr/>
      <dgm:t>
        <a:bodyPr/>
        <a:lstStyle/>
        <a:p>
          <a:r>
            <a:rPr lang="en-US" sz="2800" dirty="0"/>
            <a:t>The study revealed that the majority of the incidence of medication error in public hospitals of the Eastern Region occurred within age group of 20 – 59 years (47.3% ) with </a:t>
          </a:r>
          <a:r>
            <a:rPr lang="en-US" sz="3200" b="1" dirty="0"/>
            <a:t>66.7%</a:t>
          </a:r>
          <a:r>
            <a:rPr lang="en-US" sz="2800" dirty="0"/>
            <a:t> predominance in females. </a:t>
          </a:r>
        </a:p>
      </dgm:t>
    </dgm:pt>
    <dgm:pt modelId="{AFC7CBE1-D9EC-4376-A629-EC31F37362E7}" type="parTrans" cxnId="{F5144B0C-FD56-464B-A409-914DC3609200}">
      <dgm:prSet/>
      <dgm:spPr/>
      <dgm:t>
        <a:bodyPr/>
        <a:lstStyle/>
        <a:p>
          <a:endParaRPr lang="en-US"/>
        </a:p>
      </dgm:t>
    </dgm:pt>
    <dgm:pt modelId="{F2B4D35F-90B8-42B6-A974-1FF17C2B79B0}" type="sibTrans" cxnId="{F5144B0C-FD56-464B-A409-914DC3609200}">
      <dgm:prSet/>
      <dgm:spPr/>
      <dgm:t>
        <a:bodyPr/>
        <a:lstStyle/>
        <a:p>
          <a:endParaRPr lang="en-US"/>
        </a:p>
      </dgm:t>
    </dgm:pt>
    <dgm:pt modelId="{855F9697-88F4-480B-8C44-0748C568F33E}">
      <dgm:prSet/>
      <dgm:spPr/>
      <dgm:t>
        <a:bodyPr/>
        <a:lstStyle/>
        <a:p>
          <a:r>
            <a:rPr lang="en-US" dirty="0"/>
            <a:t>The prevalence among the various age groups was contrary to what has been documented in other studies that identified that medication error was more common in the elderly(Bourgeois, Shannon, </a:t>
          </a:r>
          <a:r>
            <a:rPr lang="en-US" dirty="0" err="1"/>
            <a:t>Valim</a:t>
          </a:r>
          <a:r>
            <a:rPr lang="en-US" dirty="0"/>
            <a:t>, &amp; Mandl, 2010; Guthrie et al., 2011).</a:t>
          </a:r>
        </a:p>
      </dgm:t>
    </dgm:pt>
    <dgm:pt modelId="{5E3D2441-2B9B-48F4-BA54-774AB43B3590}" type="parTrans" cxnId="{E8CFAB54-6A66-4B22-B49D-C05D8042BBD4}">
      <dgm:prSet/>
      <dgm:spPr/>
      <dgm:t>
        <a:bodyPr/>
        <a:lstStyle/>
        <a:p>
          <a:endParaRPr lang="en-US"/>
        </a:p>
      </dgm:t>
    </dgm:pt>
    <dgm:pt modelId="{95E6D66D-4B37-4A5E-BE20-6E27A61AACAF}" type="sibTrans" cxnId="{E8CFAB54-6A66-4B22-B49D-C05D8042BBD4}">
      <dgm:prSet/>
      <dgm:spPr/>
      <dgm:t>
        <a:bodyPr/>
        <a:lstStyle/>
        <a:p>
          <a:endParaRPr lang="en-US"/>
        </a:p>
      </dgm:t>
    </dgm:pt>
    <dgm:pt modelId="{425DB9E6-6382-4AFA-97CC-FE08A24880FA}">
      <dgm:prSet/>
      <dgm:spPr/>
      <dgm:t>
        <a:bodyPr/>
        <a:lstStyle/>
        <a:p>
          <a:r>
            <a:rPr lang="en-US"/>
            <a:t>Over the years available data on hospital attendance has  been shown to be dominated by females hence not surprising that they were more affected than their male counterparts.  </a:t>
          </a:r>
        </a:p>
      </dgm:t>
    </dgm:pt>
    <dgm:pt modelId="{BB21B5F9-D729-4ADD-B7C3-B91A4B508A5C}" type="parTrans" cxnId="{458D2FFB-831E-43A4-81F4-9AB865F93F02}">
      <dgm:prSet/>
      <dgm:spPr/>
      <dgm:t>
        <a:bodyPr/>
        <a:lstStyle/>
        <a:p>
          <a:endParaRPr lang="en-US"/>
        </a:p>
      </dgm:t>
    </dgm:pt>
    <dgm:pt modelId="{2824754B-A712-4525-BB19-33858C793E87}" type="sibTrans" cxnId="{458D2FFB-831E-43A4-81F4-9AB865F93F02}">
      <dgm:prSet/>
      <dgm:spPr/>
      <dgm:t>
        <a:bodyPr/>
        <a:lstStyle/>
        <a:p>
          <a:endParaRPr lang="en-US"/>
        </a:p>
      </dgm:t>
    </dgm:pt>
    <dgm:pt modelId="{B8F327DA-FA67-4575-94CB-D0B05120CB02}" type="pres">
      <dgm:prSet presAssocID="{FF9E0881-1E73-4385-BF5F-C7ACE1CA31F6}" presName="vert0" presStyleCnt="0">
        <dgm:presLayoutVars>
          <dgm:dir/>
          <dgm:animOne val="branch"/>
          <dgm:animLvl val="lvl"/>
        </dgm:presLayoutVars>
      </dgm:prSet>
      <dgm:spPr/>
      <dgm:t>
        <a:bodyPr/>
        <a:lstStyle/>
        <a:p>
          <a:endParaRPr lang="en-US"/>
        </a:p>
      </dgm:t>
    </dgm:pt>
    <dgm:pt modelId="{337E8E4E-C479-4232-989A-BF376EC0EF90}" type="pres">
      <dgm:prSet presAssocID="{32F9EE81-1937-4F87-AE8C-37A7B433D733}" presName="thickLine" presStyleLbl="alignNode1" presStyleIdx="0" presStyleCnt="3"/>
      <dgm:spPr/>
    </dgm:pt>
    <dgm:pt modelId="{66ED7FC7-285D-40B5-BE16-13AF1440A24F}" type="pres">
      <dgm:prSet presAssocID="{32F9EE81-1937-4F87-AE8C-37A7B433D733}" presName="horz1" presStyleCnt="0"/>
      <dgm:spPr/>
    </dgm:pt>
    <dgm:pt modelId="{B936240B-0F66-4F05-ADC9-DEF059E8862F}" type="pres">
      <dgm:prSet presAssocID="{32F9EE81-1937-4F87-AE8C-37A7B433D733}" presName="tx1" presStyleLbl="revTx" presStyleIdx="0" presStyleCnt="3"/>
      <dgm:spPr/>
      <dgm:t>
        <a:bodyPr/>
        <a:lstStyle/>
        <a:p>
          <a:endParaRPr lang="en-US"/>
        </a:p>
      </dgm:t>
    </dgm:pt>
    <dgm:pt modelId="{C5D39135-93D3-46F9-A8E2-57683AE95597}" type="pres">
      <dgm:prSet presAssocID="{32F9EE81-1937-4F87-AE8C-37A7B433D733}" presName="vert1" presStyleCnt="0"/>
      <dgm:spPr/>
    </dgm:pt>
    <dgm:pt modelId="{A60B93DC-F10B-4415-9234-CA87DCEA5113}" type="pres">
      <dgm:prSet presAssocID="{855F9697-88F4-480B-8C44-0748C568F33E}" presName="thickLine" presStyleLbl="alignNode1" presStyleIdx="1" presStyleCnt="3"/>
      <dgm:spPr/>
    </dgm:pt>
    <dgm:pt modelId="{2B7F5492-F65C-4812-A5FD-2F6C711F2D82}" type="pres">
      <dgm:prSet presAssocID="{855F9697-88F4-480B-8C44-0748C568F33E}" presName="horz1" presStyleCnt="0"/>
      <dgm:spPr/>
    </dgm:pt>
    <dgm:pt modelId="{2C2201F1-6DD1-467F-8ECE-278F58D077C9}" type="pres">
      <dgm:prSet presAssocID="{855F9697-88F4-480B-8C44-0748C568F33E}" presName="tx1" presStyleLbl="revTx" presStyleIdx="1" presStyleCnt="3"/>
      <dgm:spPr/>
      <dgm:t>
        <a:bodyPr/>
        <a:lstStyle/>
        <a:p>
          <a:endParaRPr lang="en-US"/>
        </a:p>
      </dgm:t>
    </dgm:pt>
    <dgm:pt modelId="{F4749DC6-71E8-4AED-AE1D-5BDE3EE1462B}" type="pres">
      <dgm:prSet presAssocID="{855F9697-88F4-480B-8C44-0748C568F33E}" presName="vert1" presStyleCnt="0"/>
      <dgm:spPr/>
    </dgm:pt>
    <dgm:pt modelId="{3F79A113-CEF8-4DD5-8514-B87330607126}" type="pres">
      <dgm:prSet presAssocID="{425DB9E6-6382-4AFA-97CC-FE08A24880FA}" presName="thickLine" presStyleLbl="alignNode1" presStyleIdx="2" presStyleCnt="3"/>
      <dgm:spPr/>
    </dgm:pt>
    <dgm:pt modelId="{7CAF1159-1A70-4D75-8218-75EED907013E}" type="pres">
      <dgm:prSet presAssocID="{425DB9E6-6382-4AFA-97CC-FE08A24880FA}" presName="horz1" presStyleCnt="0"/>
      <dgm:spPr/>
    </dgm:pt>
    <dgm:pt modelId="{F410D61D-98B2-46AA-BFE7-81EF8F91129C}" type="pres">
      <dgm:prSet presAssocID="{425DB9E6-6382-4AFA-97CC-FE08A24880FA}" presName="tx1" presStyleLbl="revTx" presStyleIdx="2" presStyleCnt="3"/>
      <dgm:spPr/>
      <dgm:t>
        <a:bodyPr/>
        <a:lstStyle/>
        <a:p>
          <a:endParaRPr lang="en-US"/>
        </a:p>
      </dgm:t>
    </dgm:pt>
    <dgm:pt modelId="{22EFD40F-5D0C-4DC3-B5D4-FC976D93E15D}" type="pres">
      <dgm:prSet presAssocID="{425DB9E6-6382-4AFA-97CC-FE08A24880FA}" presName="vert1" presStyleCnt="0"/>
      <dgm:spPr/>
    </dgm:pt>
  </dgm:ptLst>
  <dgm:cxnLst>
    <dgm:cxn modelId="{530C2229-1BAD-44DD-BFCB-C86DCFBA3A12}" type="presOf" srcId="{855F9697-88F4-480B-8C44-0748C568F33E}" destId="{2C2201F1-6DD1-467F-8ECE-278F58D077C9}" srcOrd="0" destOrd="0" presId="urn:microsoft.com/office/officeart/2008/layout/LinedList"/>
    <dgm:cxn modelId="{F5144B0C-FD56-464B-A409-914DC3609200}" srcId="{FF9E0881-1E73-4385-BF5F-C7ACE1CA31F6}" destId="{32F9EE81-1937-4F87-AE8C-37A7B433D733}" srcOrd="0" destOrd="0" parTransId="{AFC7CBE1-D9EC-4376-A629-EC31F37362E7}" sibTransId="{F2B4D35F-90B8-42B6-A974-1FF17C2B79B0}"/>
    <dgm:cxn modelId="{E8CFAB54-6A66-4B22-B49D-C05D8042BBD4}" srcId="{FF9E0881-1E73-4385-BF5F-C7ACE1CA31F6}" destId="{855F9697-88F4-480B-8C44-0748C568F33E}" srcOrd="1" destOrd="0" parTransId="{5E3D2441-2B9B-48F4-BA54-774AB43B3590}" sibTransId="{95E6D66D-4B37-4A5E-BE20-6E27A61AACAF}"/>
    <dgm:cxn modelId="{D3834F66-174F-41D2-BD74-2E1068AFD050}" type="presOf" srcId="{32F9EE81-1937-4F87-AE8C-37A7B433D733}" destId="{B936240B-0F66-4F05-ADC9-DEF059E8862F}" srcOrd="0" destOrd="0" presId="urn:microsoft.com/office/officeart/2008/layout/LinedList"/>
    <dgm:cxn modelId="{FA450BBC-67F7-4488-807B-BC8A1B627DB1}" type="presOf" srcId="{FF9E0881-1E73-4385-BF5F-C7ACE1CA31F6}" destId="{B8F327DA-FA67-4575-94CB-D0B05120CB02}" srcOrd="0" destOrd="0" presId="urn:microsoft.com/office/officeart/2008/layout/LinedList"/>
    <dgm:cxn modelId="{FD014906-C448-4FC4-AAA9-25ECF79B9545}" type="presOf" srcId="{425DB9E6-6382-4AFA-97CC-FE08A24880FA}" destId="{F410D61D-98B2-46AA-BFE7-81EF8F91129C}" srcOrd="0" destOrd="0" presId="urn:microsoft.com/office/officeart/2008/layout/LinedList"/>
    <dgm:cxn modelId="{458D2FFB-831E-43A4-81F4-9AB865F93F02}" srcId="{FF9E0881-1E73-4385-BF5F-C7ACE1CA31F6}" destId="{425DB9E6-6382-4AFA-97CC-FE08A24880FA}" srcOrd="2" destOrd="0" parTransId="{BB21B5F9-D729-4ADD-B7C3-B91A4B508A5C}" sibTransId="{2824754B-A712-4525-BB19-33858C793E87}"/>
    <dgm:cxn modelId="{351E7298-0C12-41C8-A4FA-EF661998C35F}" type="presParOf" srcId="{B8F327DA-FA67-4575-94CB-D0B05120CB02}" destId="{337E8E4E-C479-4232-989A-BF376EC0EF90}" srcOrd="0" destOrd="0" presId="urn:microsoft.com/office/officeart/2008/layout/LinedList"/>
    <dgm:cxn modelId="{B8551255-FC4E-4C7C-92FE-8A2793F17E5E}" type="presParOf" srcId="{B8F327DA-FA67-4575-94CB-D0B05120CB02}" destId="{66ED7FC7-285D-40B5-BE16-13AF1440A24F}" srcOrd="1" destOrd="0" presId="urn:microsoft.com/office/officeart/2008/layout/LinedList"/>
    <dgm:cxn modelId="{A9A15C94-3902-431F-B0CF-6FAA5F337E06}" type="presParOf" srcId="{66ED7FC7-285D-40B5-BE16-13AF1440A24F}" destId="{B936240B-0F66-4F05-ADC9-DEF059E8862F}" srcOrd="0" destOrd="0" presId="urn:microsoft.com/office/officeart/2008/layout/LinedList"/>
    <dgm:cxn modelId="{32F65214-177D-4052-A03D-CA730133B12B}" type="presParOf" srcId="{66ED7FC7-285D-40B5-BE16-13AF1440A24F}" destId="{C5D39135-93D3-46F9-A8E2-57683AE95597}" srcOrd="1" destOrd="0" presId="urn:microsoft.com/office/officeart/2008/layout/LinedList"/>
    <dgm:cxn modelId="{20053030-EC00-46DF-A39E-276B6BEDF510}" type="presParOf" srcId="{B8F327DA-FA67-4575-94CB-D0B05120CB02}" destId="{A60B93DC-F10B-4415-9234-CA87DCEA5113}" srcOrd="2" destOrd="0" presId="urn:microsoft.com/office/officeart/2008/layout/LinedList"/>
    <dgm:cxn modelId="{77FFBE49-646A-49B9-8EDC-DE89C0C429AC}" type="presParOf" srcId="{B8F327DA-FA67-4575-94CB-D0B05120CB02}" destId="{2B7F5492-F65C-4812-A5FD-2F6C711F2D82}" srcOrd="3" destOrd="0" presId="urn:microsoft.com/office/officeart/2008/layout/LinedList"/>
    <dgm:cxn modelId="{26E47529-1957-40B8-84F5-E83677171E34}" type="presParOf" srcId="{2B7F5492-F65C-4812-A5FD-2F6C711F2D82}" destId="{2C2201F1-6DD1-467F-8ECE-278F58D077C9}" srcOrd="0" destOrd="0" presId="urn:microsoft.com/office/officeart/2008/layout/LinedList"/>
    <dgm:cxn modelId="{AE7B1799-1589-4B44-804A-A20840A9CF04}" type="presParOf" srcId="{2B7F5492-F65C-4812-A5FD-2F6C711F2D82}" destId="{F4749DC6-71E8-4AED-AE1D-5BDE3EE1462B}" srcOrd="1" destOrd="0" presId="urn:microsoft.com/office/officeart/2008/layout/LinedList"/>
    <dgm:cxn modelId="{AEF63126-877B-4F81-8DA4-4CBF746755E9}" type="presParOf" srcId="{B8F327DA-FA67-4575-94CB-D0B05120CB02}" destId="{3F79A113-CEF8-4DD5-8514-B87330607126}" srcOrd="4" destOrd="0" presId="urn:microsoft.com/office/officeart/2008/layout/LinedList"/>
    <dgm:cxn modelId="{26D091E6-177B-469C-8ACE-7475992E9924}" type="presParOf" srcId="{B8F327DA-FA67-4575-94CB-D0B05120CB02}" destId="{7CAF1159-1A70-4D75-8218-75EED907013E}" srcOrd="5" destOrd="0" presId="urn:microsoft.com/office/officeart/2008/layout/LinedList"/>
    <dgm:cxn modelId="{150CDAF0-F62D-44B8-AEE4-34143E7E0BE9}" type="presParOf" srcId="{7CAF1159-1A70-4D75-8218-75EED907013E}" destId="{F410D61D-98B2-46AA-BFE7-81EF8F91129C}" srcOrd="0" destOrd="0" presId="urn:microsoft.com/office/officeart/2008/layout/LinedList"/>
    <dgm:cxn modelId="{014184A6-500D-4485-97B1-C9E01BC47A94}" type="presParOf" srcId="{7CAF1159-1A70-4D75-8218-75EED907013E}" destId="{22EFD40F-5D0C-4DC3-B5D4-FC976D93E15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813E574-69E3-47FE-90E9-C5407587D570}"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US"/>
        </a:p>
      </dgm:t>
    </dgm:pt>
    <dgm:pt modelId="{C63BE72A-4B8E-4040-B33A-0F954BA01967}">
      <dgm:prSet/>
      <dgm:spPr/>
      <dgm:t>
        <a:bodyPr/>
        <a:lstStyle/>
        <a:p>
          <a:r>
            <a:rPr lang="en-GB"/>
            <a:t>This study revealed that majority (56.7%) of the medication errors analysed happen in patients with acute episodes which was not similar to what other studies have shown </a:t>
          </a:r>
          <a:r>
            <a:rPr lang="en-US"/>
            <a:t>(Bourgeois, Shannon, Valim, &amp; Mandl, 2010; Guthrie et al., 2011)</a:t>
          </a:r>
        </a:p>
      </dgm:t>
    </dgm:pt>
    <dgm:pt modelId="{4438BB54-0373-4D4C-8A1A-D3D3CB75BBF6}" type="parTrans" cxnId="{7F017B20-B7F0-4E0D-82E0-450AF7A1A906}">
      <dgm:prSet/>
      <dgm:spPr/>
      <dgm:t>
        <a:bodyPr/>
        <a:lstStyle/>
        <a:p>
          <a:endParaRPr lang="en-US"/>
        </a:p>
      </dgm:t>
    </dgm:pt>
    <dgm:pt modelId="{3BE8F1A9-EA56-456A-BB78-45D4B4441627}" type="sibTrans" cxnId="{7F017B20-B7F0-4E0D-82E0-450AF7A1A906}">
      <dgm:prSet/>
      <dgm:spPr/>
      <dgm:t>
        <a:bodyPr/>
        <a:lstStyle/>
        <a:p>
          <a:endParaRPr lang="en-US"/>
        </a:p>
      </dgm:t>
    </dgm:pt>
    <dgm:pt modelId="{9DC33E9A-B102-4C8C-B5A7-956CDB4C3300}">
      <dgm:prSet/>
      <dgm:spPr/>
      <dgm:t>
        <a:bodyPr/>
        <a:lstStyle/>
        <a:p>
          <a:r>
            <a:rPr lang="en-GB"/>
            <a:t>This could be due to the fact that acute illness feature prominently in the top ten causes of morbidity in our public health facilities</a:t>
          </a:r>
          <a:endParaRPr lang="en-US"/>
        </a:p>
      </dgm:t>
    </dgm:pt>
    <dgm:pt modelId="{697E93BD-AB12-44E9-ADDA-2D24BE3BD728}" type="parTrans" cxnId="{94A4371B-2070-42DD-B4EF-6934B703D191}">
      <dgm:prSet/>
      <dgm:spPr/>
      <dgm:t>
        <a:bodyPr/>
        <a:lstStyle/>
        <a:p>
          <a:endParaRPr lang="en-US"/>
        </a:p>
      </dgm:t>
    </dgm:pt>
    <dgm:pt modelId="{B18C58D3-C7C7-4840-BDB4-5E931ABFA88D}" type="sibTrans" cxnId="{94A4371B-2070-42DD-B4EF-6934B703D191}">
      <dgm:prSet/>
      <dgm:spPr/>
      <dgm:t>
        <a:bodyPr/>
        <a:lstStyle/>
        <a:p>
          <a:endParaRPr lang="en-US"/>
        </a:p>
      </dgm:t>
    </dgm:pt>
    <dgm:pt modelId="{024B8799-F71A-4042-BBFE-C5B2BE7F978E}">
      <dgm:prSet/>
      <dgm:spPr/>
      <dgm:t>
        <a:bodyPr/>
        <a:lstStyle/>
        <a:p>
          <a:r>
            <a:rPr lang="en-GB"/>
            <a:t>It could also be said that unlike in chronic cases where most of the time is a repetition of the patients previous medication the management of acute illness are not so and require that each time the prescriber has call to memory how these acute illness are to be treated according to the Treatment Guidelines. </a:t>
          </a:r>
          <a:endParaRPr lang="en-US"/>
        </a:p>
      </dgm:t>
    </dgm:pt>
    <dgm:pt modelId="{20AFAB13-CD22-4B67-8072-7D05D9ED82B0}" type="parTrans" cxnId="{73F13F8A-3FA0-41F4-85FD-B70BC3CF5423}">
      <dgm:prSet/>
      <dgm:spPr/>
      <dgm:t>
        <a:bodyPr/>
        <a:lstStyle/>
        <a:p>
          <a:endParaRPr lang="en-US"/>
        </a:p>
      </dgm:t>
    </dgm:pt>
    <dgm:pt modelId="{3C5DA352-6E82-4A01-A3DB-9C4A3CB27491}" type="sibTrans" cxnId="{73F13F8A-3FA0-41F4-85FD-B70BC3CF5423}">
      <dgm:prSet/>
      <dgm:spPr/>
      <dgm:t>
        <a:bodyPr/>
        <a:lstStyle/>
        <a:p>
          <a:endParaRPr lang="en-US"/>
        </a:p>
      </dgm:t>
    </dgm:pt>
    <dgm:pt modelId="{2AD52434-9512-48A9-B6FB-C3301A80349A}" type="pres">
      <dgm:prSet presAssocID="{0813E574-69E3-47FE-90E9-C5407587D570}" presName="vert0" presStyleCnt="0">
        <dgm:presLayoutVars>
          <dgm:dir/>
          <dgm:animOne val="branch"/>
          <dgm:animLvl val="lvl"/>
        </dgm:presLayoutVars>
      </dgm:prSet>
      <dgm:spPr/>
      <dgm:t>
        <a:bodyPr/>
        <a:lstStyle/>
        <a:p>
          <a:endParaRPr lang="en-US"/>
        </a:p>
      </dgm:t>
    </dgm:pt>
    <dgm:pt modelId="{91B3013D-FFE7-43A5-A788-34B29780CFCC}" type="pres">
      <dgm:prSet presAssocID="{C63BE72A-4B8E-4040-B33A-0F954BA01967}" presName="thickLine" presStyleLbl="alignNode1" presStyleIdx="0" presStyleCnt="3"/>
      <dgm:spPr/>
    </dgm:pt>
    <dgm:pt modelId="{75EFE8E8-5812-46B8-B3F3-F2C852DEAAC0}" type="pres">
      <dgm:prSet presAssocID="{C63BE72A-4B8E-4040-B33A-0F954BA01967}" presName="horz1" presStyleCnt="0"/>
      <dgm:spPr/>
    </dgm:pt>
    <dgm:pt modelId="{F116FB07-F6A9-48E7-831D-77F19F061C79}" type="pres">
      <dgm:prSet presAssocID="{C63BE72A-4B8E-4040-B33A-0F954BA01967}" presName="tx1" presStyleLbl="revTx" presStyleIdx="0" presStyleCnt="3"/>
      <dgm:spPr/>
      <dgm:t>
        <a:bodyPr/>
        <a:lstStyle/>
        <a:p>
          <a:endParaRPr lang="en-US"/>
        </a:p>
      </dgm:t>
    </dgm:pt>
    <dgm:pt modelId="{D50676A2-AD65-47BD-AFBA-400954C7C433}" type="pres">
      <dgm:prSet presAssocID="{C63BE72A-4B8E-4040-B33A-0F954BA01967}" presName="vert1" presStyleCnt="0"/>
      <dgm:spPr/>
    </dgm:pt>
    <dgm:pt modelId="{C41DE7D1-0430-49B1-97EA-31949C96B2E2}" type="pres">
      <dgm:prSet presAssocID="{9DC33E9A-B102-4C8C-B5A7-956CDB4C3300}" presName="thickLine" presStyleLbl="alignNode1" presStyleIdx="1" presStyleCnt="3"/>
      <dgm:spPr/>
    </dgm:pt>
    <dgm:pt modelId="{CDA47974-3FCC-4AD8-A2AE-263D163E9EFD}" type="pres">
      <dgm:prSet presAssocID="{9DC33E9A-B102-4C8C-B5A7-956CDB4C3300}" presName="horz1" presStyleCnt="0"/>
      <dgm:spPr/>
    </dgm:pt>
    <dgm:pt modelId="{6390BDB2-3A3F-4140-9898-830A866F7208}" type="pres">
      <dgm:prSet presAssocID="{9DC33E9A-B102-4C8C-B5A7-956CDB4C3300}" presName="tx1" presStyleLbl="revTx" presStyleIdx="1" presStyleCnt="3"/>
      <dgm:spPr/>
      <dgm:t>
        <a:bodyPr/>
        <a:lstStyle/>
        <a:p>
          <a:endParaRPr lang="en-US"/>
        </a:p>
      </dgm:t>
    </dgm:pt>
    <dgm:pt modelId="{DD6F2D97-656D-435D-AB76-2BB1B3A9826E}" type="pres">
      <dgm:prSet presAssocID="{9DC33E9A-B102-4C8C-B5A7-956CDB4C3300}" presName="vert1" presStyleCnt="0"/>
      <dgm:spPr/>
    </dgm:pt>
    <dgm:pt modelId="{F2CCB592-BF52-426C-8B0E-3C1E070EE884}" type="pres">
      <dgm:prSet presAssocID="{024B8799-F71A-4042-BBFE-C5B2BE7F978E}" presName="thickLine" presStyleLbl="alignNode1" presStyleIdx="2" presStyleCnt="3"/>
      <dgm:spPr/>
    </dgm:pt>
    <dgm:pt modelId="{28D40F73-F26A-4791-B975-5DE83CFBD72F}" type="pres">
      <dgm:prSet presAssocID="{024B8799-F71A-4042-BBFE-C5B2BE7F978E}" presName="horz1" presStyleCnt="0"/>
      <dgm:spPr/>
    </dgm:pt>
    <dgm:pt modelId="{CCFEBC0D-2264-49B8-8A03-18F52A7F4910}" type="pres">
      <dgm:prSet presAssocID="{024B8799-F71A-4042-BBFE-C5B2BE7F978E}" presName="tx1" presStyleLbl="revTx" presStyleIdx="2" presStyleCnt="3"/>
      <dgm:spPr/>
      <dgm:t>
        <a:bodyPr/>
        <a:lstStyle/>
        <a:p>
          <a:endParaRPr lang="en-US"/>
        </a:p>
      </dgm:t>
    </dgm:pt>
    <dgm:pt modelId="{6FDAA2F8-7FC9-4C83-A581-21D451FE7137}" type="pres">
      <dgm:prSet presAssocID="{024B8799-F71A-4042-BBFE-C5B2BE7F978E}" presName="vert1" presStyleCnt="0"/>
      <dgm:spPr/>
    </dgm:pt>
  </dgm:ptLst>
  <dgm:cxnLst>
    <dgm:cxn modelId="{5A1A6404-B755-4CBC-A36E-6EAF99C4DE46}" type="presOf" srcId="{0813E574-69E3-47FE-90E9-C5407587D570}" destId="{2AD52434-9512-48A9-B6FB-C3301A80349A}" srcOrd="0" destOrd="0" presId="urn:microsoft.com/office/officeart/2008/layout/LinedList"/>
    <dgm:cxn modelId="{73F13F8A-3FA0-41F4-85FD-B70BC3CF5423}" srcId="{0813E574-69E3-47FE-90E9-C5407587D570}" destId="{024B8799-F71A-4042-BBFE-C5B2BE7F978E}" srcOrd="2" destOrd="0" parTransId="{20AFAB13-CD22-4B67-8072-7D05D9ED82B0}" sibTransId="{3C5DA352-6E82-4A01-A3DB-9C4A3CB27491}"/>
    <dgm:cxn modelId="{D5E7DC4A-33FB-4ED1-8D27-AB3D23CC6404}" type="presOf" srcId="{C63BE72A-4B8E-4040-B33A-0F954BA01967}" destId="{F116FB07-F6A9-48E7-831D-77F19F061C79}" srcOrd="0" destOrd="0" presId="urn:microsoft.com/office/officeart/2008/layout/LinedList"/>
    <dgm:cxn modelId="{7F017B20-B7F0-4E0D-82E0-450AF7A1A906}" srcId="{0813E574-69E3-47FE-90E9-C5407587D570}" destId="{C63BE72A-4B8E-4040-B33A-0F954BA01967}" srcOrd="0" destOrd="0" parTransId="{4438BB54-0373-4D4C-8A1A-D3D3CB75BBF6}" sibTransId="{3BE8F1A9-EA56-456A-BB78-45D4B4441627}"/>
    <dgm:cxn modelId="{FBBCB8C1-53EE-47CB-A830-8EF3A5572782}" type="presOf" srcId="{024B8799-F71A-4042-BBFE-C5B2BE7F978E}" destId="{CCFEBC0D-2264-49B8-8A03-18F52A7F4910}" srcOrd="0" destOrd="0" presId="urn:microsoft.com/office/officeart/2008/layout/LinedList"/>
    <dgm:cxn modelId="{94A4371B-2070-42DD-B4EF-6934B703D191}" srcId="{0813E574-69E3-47FE-90E9-C5407587D570}" destId="{9DC33E9A-B102-4C8C-B5A7-956CDB4C3300}" srcOrd="1" destOrd="0" parTransId="{697E93BD-AB12-44E9-ADDA-2D24BE3BD728}" sibTransId="{B18C58D3-C7C7-4840-BDB4-5E931ABFA88D}"/>
    <dgm:cxn modelId="{8C2DBA95-FD57-4838-97CF-1495F5D16E87}" type="presOf" srcId="{9DC33E9A-B102-4C8C-B5A7-956CDB4C3300}" destId="{6390BDB2-3A3F-4140-9898-830A866F7208}" srcOrd="0" destOrd="0" presId="urn:microsoft.com/office/officeart/2008/layout/LinedList"/>
    <dgm:cxn modelId="{92C6CF30-897F-4BC1-BF02-FDC3A109A908}" type="presParOf" srcId="{2AD52434-9512-48A9-B6FB-C3301A80349A}" destId="{91B3013D-FFE7-43A5-A788-34B29780CFCC}" srcOrd="0" destOrd="0" presId="urn:microsoft.com/office/officeart/2008/layout/LinedList"/>
    <dgm:cxn modelId="{749F9E01-5110-41CA-8A07-A25D642D68D5}" type="presParOf" srcId="{2AD52434-9512-48A9-B6FB-C3301A80349A}" destId="{75EFE8E8-5812-46B8-B3F3-F2C852DEAAC0}" srcOrd="1" destOrd="0" presId="urn:microsoft.com/office/officeart/2008/layout/LinedList"/>
    <dgm:cxn modelId="{529F097E-A1CB-45F5-A32B-86C9DCFBBE51}" type="presParOf" srcId="{75EFE8E8-5812-46B8-B3F3-F2C852DEAAC0}" destId="{F116FB07-F6A9-48E7-831D-77F19F061C79}" srcOrd="0" destOrd="0" presId="urn:microsoft.com/office/officeart/2008/layout/LinedList"/>
    <dgm:cxn modelId="{3A08C940-5D91-4C32-BFF7-14E2E8FC8EFC}" type="presParOf" srcId="{75EFE8E8-5812-46B8-B3F3-F2C852DEAAC0}" destId="{D50676A2-AD65-47BD-AFBA-400954C7C433}" srcOrd="1" destOrd="0" presId="urn:microsoft.com/office/officeart/2008/layout/LinedList"/>
    <dgm:cxn modelId="{66CFDA44-9053-4497-A5EB-A9417FDB777D}" type="presParOf" srcId="{2AD52434-9512-48A9-B6FB-C3301A80349A}" destId="{C41DE7D1-0430-49B1-97EA-31949C96B2E2}" srcOrd="2" destOrd="0" presId="urn:microsoft.com/office/officeart/2008/layout/LinedList"/>
    <dgm:cxn modelId="{773138DC-B036-4962-B49E-C9B087DD5C71}" type="presParOf" srcId="{2AD52434-9512-48A9-B6FB-C3301A80349A}" destId="{CDA47974-3FCC-4AD8-A2AE-263D163E9EFD}" srcOrd="3" destOrd="0" presId="urn:microsoft.com/office/officeart/2008/layout/LinedList"/>
    <dgm:cxn modelId="{48EADCE6-99EF-469A-B562-5446784088B9}" type="presParOf" srcId="{CDA47974-3FCC-4AD8-A2AE-263D163E9EFD}" destId="{6390BDB2-3A3F-4140-9898-830A866F7208}" srcOrd="0" destOrd="0" presId="urn:microsoft.com/office/officeart/2008/layout/LinedList"/>
    <dgm:cxn modelId="{511A717F-AE47-42EF-A892-015E6290E1D7}" type="presParOf" srcId="{CDA47974-3FCC-4AD8-A2AE-263D163E9EFD}" destId="{DD6F2D97-656D-435D-AB76-2BB1B3A9826E}" srcOrd="1" destOrd="0" presId="urn:microsoft.com/office/officeart/2008/layout/LinedList"/>
    <dgm:cxn modelId="{1A95F53B-DD17-44C7-BF45-18420579B8CD}" type="presParOf" srcId="{2AD52434-9512-48A9-B6FB-C3301A80349A}" destId="{F2CCB592-BF52-426C-8B0E-3C1E070EE884}" srcOrd="4" destOrd="0" presId="urn:microsoft.com/office/officeart/2008/layout/LinedList"/>
    <dgm:cxn modelId="{7A7FD8C1-6B9C-4237-88F6-EFFCC49A1529}" type="presParOf" srcId="{2AD52434-9512-48A9-B6FB-C3301A80349A}" destId="{28D40F73-F26A-4791-B975-5DE83CFBD72F}" srcOrd="5" destOrd="0" presId="urn:microsoft.com/office/officeart/2008/layout/LinedList"/>
    <dgm:cxn modelId="{3741F4E4-BFAF-4374-8EED-26B795AF9631}" type="presParOf" srcId="{28D40F73-F26A-4791-B975-5DE83CFBD72F}" destId="{CCFEBC0D-2264-49B8-8A03-18F52A7F4910}" srcOrd="0" destOrd="0" presId="urn:microsoft.com/office/officeart/2008/layout/LinedList"/>
    <dgm:cxn modelId="{A2C82A11-95C0-46C6-A729-E51B511CC56D}" type="presParOf" srcId="{28D40F73-F26A-4791-B975-5DE83CFBD72F}" destId="{6FDAA2F8-7FC9-4C83-A581-21D451FE713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4E88EB0-83A0-43E8-AA95-E99BE6063972}"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9E32D4EB-80A1-49EA-A2A8-0A7056241893}">
      <dgm:prSet/>
      <dgm:spPr/>
      <dgm:t>
        <a:bodyPr/>
        <a:lstStyle/>
        <a:p>
          <a:r>
            <a:rPr lang="en-US"/>
            <a:t>This study associated an economic loss of </a:t>
          </a:r>
          <a:r>
            <a:rPr lang="en-US" b="1"/>
            <a:t>GHS18,500.53  (USD 3,432.38)</a:t>
          </a:r>
          <a:r>
            <a:rPr lang="en-US"/>
            <a:t> to medication error in  a one-year review of  150 hospital prescription intervention forms(representing 10%) submitted by public health facilities in the Eastern Region of Ghana. </a:t>
          </a:r>
        </a:p>
      </dgm:t>
    </dgm:pt>
    <dgm:pt modelId="{BCF261E9-BCD2-41C3-9BFC-DC50ADB4070F}" type="parTrans" cxnId="{DC02DD1D-20CA-4B1D-A82A-0C90925B9701}">
      <dgm:prSet/>
      <dgm:spPr/>
      <dgm:t>
        <a:bodyPr/>
        <a:lstStyle/>
        <a:p>
          <a:endParaRPr lang="en-US"/>
        </a:p>
      </dgm:t>
    </dgm:pt>
    <dgm:pt modelId="{0ECD8F6A-FF36-4D2A-B516-130B2A501361}" type="sibTrans" cxnId="{DC02DD1D-20CA-4B1D-A82A-0C90925B9701}">
      <dgm:prSet/>
      <dgm:spPr/>
      <dgm:t>
        <a:bodyPr/>
        <a:lstStyle/>
        <a:p>
          <a:endParaRPr lang="en-US"/>
        </a:p>
      </dgm:t>
    </dgm:pt>
    <dgm:pt modelId="{924461C0-4BE8-4023-9210-F634F1173A2B}">
      <dgm:prSet/>
      <dgm:spPr/>
      <dgm:t>
        <a:bodyPr/>
        <a:lstStyle/>
        <a:p>
          <a:r>
            <a:rPr lang="en-US"/>
            <a:t>The financial burden of medication errors situation is not peculiar to the Eastern Region of Ghana as the cost of medical errors in the United States is estimated at $19.5 billion in 2008 (Andel et al., 2012)</a:t>
          </a:r>
        </a:p>
      </dgm:t>
    </dgm:pt>
    <dgm:pt modelId="{7C35A9FD-7013-40B1-95A1-C4A90758D391}" type="parTrans" cxnId="{7F7DEFB2-D9B8-4FC6-8379-3F488A7C8D6D}">
      <dgm:prSet/>
      <dgm:spPr/>
      <dgm:t>
        <a:bodyPr/>
        <a:lstStyle/>
        <a:p>
          <a:endParaRPr lang="en-US"/>
        </a:p>
      </dgm:t>
    </dgm:pt>
    <dgm:pt modelId="{2D0A238A-B699-46D3-AA56-7C412FF4D8A8}" type="sibTrans" cxnId="{7F7DEFB2-D9B8-4FC6-8379-3F488A7C8D6D}">
      <dgm:prSet/>
      <dgm:spPr/>
      <dgm:t>
        <a:bodyPr/>
        <a:lstStyle/>
        <a:p>
          <a:endParaRPr lang="en-US"/>
        </a:p>
      </dgm:t>
    </dgm:pt>
    <dgm:pt modelId="{D50F9C35-11FD-46DE-9A6B-18C08D200FA4}" type="pres">
      <dgm:prSet presAssocID="{34E88EB0-83A0-43E8-AA95-E99BE6063972}" presName="diagram" presStyleCnt="0">
        <dgm:presLayoutVars>
          <dgm:chPref val="1"/>
          <dgm:dir/>
          <dgm:animOne val="branch"/>
          <dgm:animLvl val="lvl"/>
          <dgm:resizeHandles/>
        </dgm:presLayoutVars>
      </dgm:prSet>
      <dgm:spPr/>
      <dgm:t>
        <a:bodyPr/>
        <a:lstStyle/>
        <a:p>
          <a:endParaRPr lang="en-US"/>
        </a:p>
      </dgm:t>
    </dgm:pt>
    <dgm:pt modelId="{ACFA3ACB-2389-4507-9B73-ED08D22396C9}" type="pres">
      <dgm:prSet presAssocID="{9E32D4EB-80A1-49EA-A2A8-0A7056241893}" presName="root" presStyleCnt="0"/>
      <dgm:spPr/>
    </dgm:pt>
    <dgm:pt modelId="{4561B3F9-570F-476C-9FE4-5619C7E5DEAB}" type="pres">
      <dgm:prSet presAssocID="{9E32D4EB-80A1-49EA-A2A8-0A7056241893}" presName="rootComposite" presStyleCnt="0"/>
      <dgm:spPr/>
    </dgm:pt>
    <dgm:pt modelId="{BFBAF96F-24A7-4AEE-A74F-B3DAEC8B7A9E}" type="pres">
      <dgm:prSet presAssocID="{9E32D4EB-80A1-49EA-A2A8-0A7056241893}" presName="rootText" presStyleLbl="node1" presStyleIdx="0" presStyleCnt="2"/>
      <dgm:spPr/>
      <dgm:t>
        <a:bodyPr/>
        <a:lstStyle/>
        <a:p>
          <a:endParaRPr lang="en-US"/>
        </a:p>
      </dgm:t>
    </dgm:pt>
    <dgm:pt modelId="{F79A371A-A742-4E0F-BBA5-35B577A1013E}" type="pres">
      <dgm:prSet presAssocID="{9E32D4EB-80A1-49EA-A2A8-0A7056241893}" presName="rootConnector" presStyleLbl="node1" presStyleIdx="0" presStyleCnt="2"/>
      <dgm:spPr/>
      <dgm:t>
        <a:bodyPr/>
        <a:lstStyle/>
        <a:p>
          <a:endParaRPr lang="en-US"/>
        </a:p>
      </dgm:t>
    </dgm:pt>
    <dgm:pt modelId="{136C0A8A-6C6C-4BA9-A6B1-68530394EE82}" type="pres">
      <dgm:prSet presAssocID="{9E32D4EB-80A1-49EA-A2A8-0A7056241893}" presName="childShape" presStyleCnt="0"/>
      <dgm:spPr/>
    </dgm:pt>
    <dgm:pt modelId="{72BCB58B-81C8-4C9C-ADCF-C48832AC0FC4}" type="pres">
      <dgm:prSet presAssocID="{924461C0-4BE8-4023-9210-F634F1173A2B}" presName="root" presStyleCnt="0"/>
      <dgm:spPr/>
    </dgm:pt>
    <dgm:pt modelId="{075F8062-DD52-4579-BD94-D38FC7007332}" type="pres">
      <dgm:prSet presAssocID="{924461C0-4BE8-4023-9210-F634F1173A2B}" presName="rootComposite" presStyleCnt="0"/>
      <dgm:spPr/>
    </dgm:pt>
    <dgm:pt modelId="{6F6FF7B4-F217-417C-A6AA-D9D78738C80B}" type="pres">
      <dgm:prSet presAssocID="{924461C0-4BE8-4023-9210-F634F1173A2B}" presName="rootText" presStyleLbl="node1" presStyleIdx="1" presStyleCnt="2"/>
      <dgm:spPr/>
      <dgm:t>
        <a:bodyPr/>
        <a:lstStyle/>
        <a:p>
          <a:endParaRPr lang="en-US"/>
        </a:p>
      </dgm:t>
    </dgm:pt>
    <dgm:pt modelId="{3B8A5B90-E017-4AF3-B4F4-81E1DAE0C50F}" type="pres">
      <dgm:prSet presAssocID="{924461C0-4BE8-4023-9210-F634F1173A2B}" presName="rootConnector" presStyleLbl="node1" presStyleIdx="1" presStyleCnt="2"/>
      <dgm:spPr/>
      <dgm:t>
        <a:bodyPr/>
        <a:lstStyle/>
        <a:p>
          <a:endParaRPr lang="en-US"/>
        </a:p>
      </dgm:t>
    </dgm:pt>
    <dgm:pt modelId="{4FC8C5B2-DB0D-41D1-A00B-BEC03AE510A3}" type="pres">
      <dgm:prSet presAssocID="{924461C0-4BE8-4023-9210-F634F1173A2B}" presName="childShape" presStyleCnt="0"/>
      <dgm:spPr/>
    </dgm:pt>
  </dgm:ptLst>
  <dgm:cxnLst>
    <dgm:cxn modelId="{2984EECA-D6A7-4122-922D-6A8BC7341B5F}" type="presOf" srcId="{34E88EB0-83A0-43E8-AA95-E99BE6063972}" destId="{D50F9C35-11FD-46DE-9A6B-18C08D200FA4}" srcOrd="0" destOrd="0" presId="urn:microsoft.com/office/officeart/2005/8/layout/hierarchy3"/>
    <dgm:cxn modelId="{0EF5A4D9-FE5D-4C51-BBCC-4980C51F55D6}" type="presOf" srcId="{9E32D4EB-80A1-49EA-A2A8-0A7056241893}" destId="{BFBAF96F-24A7-4AEE-A74F-B3DAEC8B7A9E}" srcOrd="0" destOrd="0" presId="urn:microsoft.com/office/officeart/2005/8/layout/hierarchy3"/>
    <dgm:cxn modelId="{AEBA1854-516C-4ED0-9375-A889CAC401E9}" type="presOf" srcId="{924461C0-4BE8-4023-9210-F634F1173A2B}" destId="{3B8A5B90-E017-4AF3-B4F4-81E1DAE0C50F}" srcOrd="1" destOrd="0" presId="urn:microsoft.com/office/officeart/2005/8/layout/hierarchy3"/>
    <dgm:cxn modelId="{7F7DEFB2-D9B8-4FC6-8379-3F488A7C8D6D}" srcId="{34E88EB0-83A0-43E8-AA95-E99BE6063972}" destId="{924461C0-4BE8-4023-9210-F634F1173A2B}" srcOrd="1" destOrd="0" parTransId="{7C35A9FD-7013-40B1-95A1-C4A90758D391}" sibTransId="{2D0A238A-B699-46D3-AA56-7C412FF4D8A8}"/>
    <dgm:cxn modelId="{DC02DD1D-20CA-4B1D-A82A-0C90925B9701}" srcId="{34E88EB0-83A0-43E8-AA95-E99BE6063972}" destId="{9E32D4EB-80A1-49EA-A2A8-0A7056241893}" srcOrd="0" destOrd="0" parTransId="{BCF261E9-BCD2-41C3-9BFC-DC50ADB4070F}" sibTransId="{0ECD8F6A-FF36-4D2A-B516-130B2A501361}"/>
    <dgm:cxn modelId="{F29259D2-9159-41D1-9A7A-FC1291F23335}" type="presOf" srcId="{924461C0-4BE8-4023-9210-F634F1173A2B}" destId="{6F6FF7B4-F217-417C-A6AA-D9D78738C80B}" srcOrd="0" destOrd="0" presId="urn:microsoft.com/office/officeart/2005/8/layout/hierarchy3"/>
    <dgm:cxn modelId="{5E369E8B-E423-40E9-A941-7DBEB209ECBF}" type="presOf" srcId="{9E32D4EB-80A1-49EA-A2A8-0A7056241893}" destId="{F79A371A-A742-4E0F-BBA5-35B577A1013E}" srcOrd="1" destOrd="0" presId="urn:microsoft.com/office/officeart/2005/8/layout/hierarchy3"/>
    <dgm:cxn modelId="{4BE5336E-FB32-4DF1-BA03-861EDC15E22B}" type="presParOf" srcId="{D50F9C35-11FD-46DE-9A6B-18C08D200FA4}" destId="{ACFA3ACB-2389-4507-9B73-ED08D22396C9}" srcOrd="0" destOrd="0" presId="urn:microsoft.com/office/officeart/2005/8/layout/hierarchy3"/>
    <dgm:cxn modelId="{EF578BB3-CD6C-48CB-8798-E486CD9348BF}" type="presParOf" srcId="{ACFA3ACB-2389-4507-9B73-ED08D22396C9}" destId="{4561B3F9-570F-476C-9FE4-5619C7E5DEAB}" srcOrd="0" destOrd="0" presId="urn:microsoft.com/office/officeart/2005/8/layout/hierarchy3"/>
    <dgm:cxn modelId="{6A76CE21-CD46-4E63-93C9-A2AF998C13FF}" type="presParOf" srcId="{4561B3F9-570F-476C-9FE4-5619C7E5DEAB}" destId="{BFBAF96F-24A7-4AEE-A74F-B3DAEC8B7A9E}" srcOrd="0" destOrd="0" presId="urn:microsoft.com/office/officeart/2005/8/layout/hierarchy3"/>
    <dgm:cxn modelId="{0C7F20BB-4460-4F46-8E80-22A742C94859}" type="presParOf" srcId="{4561B3F9-570F-476C-9FE4-5619C7E5DEAB}" destId="{F79A371A-A742-4E0F-BBA5-35B577A1013E}" srcOrd="1" destOrd="0" presId="urn:microsoft.com/office/officeart/2005/8/layout/hierarchy3"/>
    <dgm:cxn modelId="{020ED9C9-4894-4575-AC53-58796DA73E80}" type="presParOf" srcId="{ACFA3ACB-2389-4507-9B73-ED08D22396C9}" destId="{136C0A8A-6C6C-4BA9-A6B1-68530394EE82}" srcOrd="1" destOrd="0" presId="urn:microsoft.com/office/officeart/2005/8/layout/hierarchy3"/>
    <dgm:cxn modelId="{23C64ED1-96F9-40C1-9362-BEBC74577934}" type="presParOf" srcId="{D50F9C35-11FD-46DE-9A6B-18C08D200FA4}" destId="{72BCB58B-81C8-4C9C-ADCF-C48832AC0FC4}" srcOrd="1" destOrd="0" presId="urn:microsoft.com/office/officeart/2005/8/layout/hierarchy3"/>
    <dgm:cxn modelId="{B85BC59B-ECFC-4407-9074-1414DB7DBB52}" type="presParOf" srcId="{72BCB58B-81C8-4C9C-ADCF-C48832AC0FC4}" destId="{075F8062-DD52-4579-BD94-D38FC7007332}" srcOrd="0" destOrd="0" presId="urn:microsoft.com/office/officeart/2005/8/layout/hierarchy3"/>
    <dgm:cxn modelId="{48D56A9E-688C-4EB2-B87D-DCD8A2BA8416}" type="presParOf" srcId="{075F8062-DD52-4579-BD94-D38FC7007332}" destId="{6F6FF7B4-F217-417C-A6AA-D9D78738C80B}" srcOrd="0" destOrd="0" presId="urn:microsoft.com/office/officeart/2005/8/layout/hierarchy3"/>
    <dgm:cxn modelId="{7DAD3DC6-AA08-4647-9A93-6F0314413599}" type="presParOf" srcId="{075F8062-DD52-4579-BD94-D38FC7007332}" destId="{3B8A5B90-E017-4AF3-B4F4-81E1DAE0C50F}" srcOrd="1" destOrd="0" presId="urn:microsoft.com/office/officeart/2005/8/layout/hierarchy3"/>
    <dgm:cxn modelId="{677F3699-4618-40C3-8B9C-E557F6609ED3}" type="presParOf" srcId="{72BCB58B-81C8-4C9C-ADCF-C48832AC0FC4}" destId="{4FC8C5B2-DB0D-41D1-A00B-BEC03AE510A3}"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9725B12-9030-4318-B2BE-2D0D10289EC2}" type="doc">
      <dgm:prSet loTypeId="urn:microsoft.com/office/officeart/2008/layout/LinedList" loCatId="list" qsTypeId="urn:microsoft.com/office/officeart/2005/8/quickstyle/simple5" qsCatId="simple" csTypeId="urn:microsoft.com/office/officeart/2005/8/colors/accent1_2" csCatId="accent1" phldr="1"/>
      <dgm:spPr/>
      <dgm:t>
        <a:bodyPr/>
        <a:lstStyle/>
        <a:p>
          <a:endParaRPr lang="en-US"/>
        </a:p>
      </dgm:t>
    </dgm:pt>
    <dgm:pt modelId="{60807C84-0179-48EC-8B2B-DEF649E7BBC9}">
      <dgm:prSet/>
      <dgm:spPr/>
      <dgm:t>
        <a:bodyPr/>
        <a:lstStyle/>
        <a:p>
          <a:r>
            <a:rPr lang="en-US" dirty="0"/>
            <a:t>A saved cost of </a:t>
          </a:r>
          <a:r>
            <a:rPr lang="en-US" b="1" dirty="0"/>
            <a:t>GHS 16,921.89, (USD 3,139.49)</a:t>
          </a:r>
          <a:r>
            <a:rPr lang="en-US" dirty="0"/>
            <a:t> to the health care system in one year was realized from the timely interventions of pharmacists and  pharmacy auxiliary staff. A study conducted in the US showed that pharmacists consultation with physicians and others in an intensive care unit (ICU) resulted in a net saving from reduced drug use of $10,011 in a 3-month period (</a:t>
          </a:r>
          <a:r>
            <a:rPr lang="en-US" dirty="0" err="1"/>
            <a:t>Leape</a:t>
          </a:r>
          <a:r>
            <a:rPr lang="en-US" dirty="0"/>
            <a:t> et al., 1999) </a:t>
          </a:r>
        </a:p>
        <a:p>
          <a:endParaRPr lang="en-US" dirty="0"/>
        </a:p>
      </dgm:t>
    </dgm:pt>
    <dgm:pt modelId="{431B12CD-93C8-49B2-8AC1-BC68A51A1F92}" type="parTrans" cxnId="{0F573043-DF2C-4A73-BDD9-468C64748561}">
      <dgm:prSet/>
      <dgm:spPr/>
      <dgm:t>
        <a:bodyPr/>
        <a:lstStyle/>
        <a:p>
          <a:endParaRPr lang="en-US"/>
        </a:p>
      </dgm:t>
    </dgm:pt>
    <dgm:pt modelId="{4A6B7223-D759-4F68-9D19-F440C0300599}" type="sibTrans" cxnId="{0F573043-DF2C-4A73-BDD9-468C64748561}">
      <dgm:prSet/>
      <dgm:spPr/>
      <dgm:t>
        <a:bodyPr/>
        <a:lstStyle/>
        <a:p>
          <a:endParaRPr lang="en-US"/>
        </a:p>
      </dgm:t>
    </dgm:pt>
    <dgm:pt modelId="{D5FB1189-5635-4C8D-A3CE-7D54CDE75660}">
      <dgm:prSet/>
      <dgm:spPr/>
      <dgm:t>
        <a:bodyPr/>
        <a:lstStyle/>
        <a:p>
          <a:r>
            <a:rPr lang="en-US"/>
            <a:t>In addition, the probability of a patient ending up with an adverse drug event was also avoided in this situation. This is buttressed by studies conducted else where which revealed the rate of medication errors in the Emergency Departments of hospitals decreased significantly when pharmacists prospectively reviewed medication orders (Jamie et al., 2008)</a:t>
          </a:r>
        </a:p>
      </dgm:t>
    </dgm:pt>
    <dgm:pt modelId="{C2E66090-4C0B-4B76-AA9C-EEB7760562E3}" type="parTrans" cxnId="{055FFD3F-E25F-4844-8D93-E7A82B736083}">
      <dgm:prSet/>
      <dgm:spPr/>
      <dgm:t>
        <a:bodyPr/>
        <a:lstStyle/>
        <a:p>
          <a:endParaRPr lang="en-US"/>
        </a:p>
      </dgm:t>
    </dgm:pt>
    <dgm:pt modelId="{C22D4F40-01A2-42F3-9354-6D4A72E96E2B}" type="sibTrans" cxnId="{055FFD3F-E25F-4844-8D93-E7A82B736083}">
      <dgm:prSet/>
      <dgm:spPr/>
      <dgm:t>
        <a:bodyPr/>
        <a:lstStyle/>
        <a:p>
          <a:endParaRPr lang="en-US"/>
        </a:p>
      </dgm:t>
    </dgm:pt>
    <dgm:pt modelId="{74AD28D9-45BC-48D7-B912-CBE243A47D64}" type="pres">
      <dgm:prSet presAssocID="{69725B12-9030-4318-B2BE-2D0D10289EC2}" presName="vert0" presStyleCnt="0">
        <dgm:presLayoutVars>
          <dgm:dir/>
          <dgm:animOne val="branch"/>
          <dgm:animLvl val="lvl"/>
        </dgm:presLayoutVars>
      </dgm:prSet>
      <dgm:spPr/>
      <dgm:t>
        <a:bodyPr/>
        <a:lstStyle/>
        <a:p>
          <a:endParaRPr lang="en-US"/>
        </a:p>
      </dgm:t>
    </dgm:pt>
    <dgm:pt modelId="{599BB4F9-1922-4286-BAD3-828B8640044D}" type="pres">
      <dgm:prSet presAssocID="{60807C84-0179-48EC-8B2B-DEF649E7BBC9}" presName="thickLine" presStyleLbl="alignNode1" presStyleIdx="0" presStyleCnt="2"/>
      <dgm:spPr/>
    </dgm:pt>
    <dgm:pt modelId="{38A64C3D-4F1A-44BE-BF5C-39B2A2381EFD}" type="pres">
      <dgm:prSet presAssocID="{60807C84-0179-48EC-8B2B-DEF649E7BBC9}" presName="horz1" presStyleCnt="0"/>
      <dgm:spPr/>
    </dgm:pt>
    <dgm:pt modelId="{0F879F1B-67F7-4627-B8A7-2F728A142A0F}" type="pres">
      <dgm:prSet presAssocID="{60807C84-0179-48EC-8B2B-DEF649E7BBC9}" presName="tx1" presStyleLbl="revTx" presStyleIdx="0" presStyleCnt="2"/>
      <dgm:spPr/>
      <dgm:t>
        <a:bodyPr/>
        <a:lstStyle/>
        <a:p>
          <a:endParaRPr lang="en-US"/>
        </a:p>
      </dgm:t>
    </dgm:pt>
    <dgm:pt modelId="{57137201-C35E-4BC6-A3BD-AA9A0297A6FF}" type="pres">
      <dgm:prSet presAssocID="{60807C84-0179-48EC-8B2B-DEF649E7BBC9}" presName="vert1" presStyleCnt="0"/>
      <dgm:spPr/>
    </dgm:pt>
    <dgm:pt modelId="{88923E1D-7A30-4AF8-8CF2-5D47B626D4DB}" type="pres">
      <dgm:prSet presAssocID="{D5FB1189-5635-4C8D-A3CE-7D54CDE75660}" presName="thickLine" presStyleLbl="alignNode1" presStyleIdx="1" presStyleCnt="2"/>
      <dgm:spPr/>
    </dgm:pt>
    <dgm:pt modelId="{4B7B5007-DC49-4379-ADFF-6AC9EE79D091}" type="pres">
      <dgm:prSet presAssocID="{D5FB1189-5635-4C8D-A3CE-7D54CDE75660}" presName="horz1" presStyleCnt="0"/>
      <dgm:spPr/>
    </dgm:pt>
    <dgm:pt modelId="{FAF8DAF3-DA8E-48FF-AD36-261887D13AED}" type="pres">
      <dgm:prSet presAssocID="{D5FB1189-5635-4C8D-A3CE-7D54CDE75660}" presName="tx1" presStyleLbl="revTx" presStyleIdx="1" presStyleCnt="2"/>
      <dgm:spPr/>
      <dgm:t>
        <a:bodyPr/>
        <a:lstStyle/>
        <a:p>
          <a:endParaRPr lang="en-US"/>
        </a:p>
      </dgm:t>
    </dgm:pt>
    <dgm:pt modelId="{3B9E175D-BC98-4C56-88CB-A3BE9CD8A1AF}" type="pres">
      <dgm:prSet presAssocID="{D5FB1189-5635-4C8D-A3CE-7D54CDE75660}" presName="vert1" presStyleCnt="0"/>
      <dgm:spPr/>
    </dgm:pt>
  </dgm:ptLst>
  <dgm:cxnLst>
    <dgm:cxn modelId="{37F07E3C-C3E8-42A3-9929-53E0255B5472}" type="presOf" srcId="{60807C84-0179-48EC-8B2B-DEF649E7BBC9}" destId="{0F879F1B-67F7-4627-B8A7-2F728A142A0F}" srcOrd="0" destOrd="0" presId="urn:microsoft.com/office/officeart/2008/layout/LinedList"/>
    <dgm:cxn modelId="{0F573043-DF2C-4A73-BDD9-468C64748561}" srcId="{69725B12-9030-4318-B2BE-2D0D10289EC2}" destId="{60807C84-0179-48EC-8B2B-DEF649E7BBC9}" srcOrd="0" destOrd="0" parTransId="{431B12CD-93C8-49B2-8AC1-BC68A51A1F92}" sibTransId="{4A6B7223-D759-4F68-9D19-F440C0300599}"/>
    <dgm:cxn modelId="{88556AC2-1A33-48C7-B847-6081C8001D99}" type="presOf" srcId="{69725B12-9030-4318-B2BE-2D0D10289EC2}" destId="{74AD28D9-45BC-48D7-B912-CBE243A47D64}" srcOrd="0" destOrd="0" presId="urn:microsoft.com/office/officeart/2008/layout/LinedList"/>
    <dgm:cxn modelId="{055FFD3F-E25F-4844-8D93-E7A82B736083}" srcId="{69725B12-9030-4318-B2BE-2D0D10289EC2}" destId="{D5FB1189-5635-4C8D-A3CE-7D54CDE75660}" srcOrd="1" destOrd="0" parTransId="{C2E66090-4C0B-4B76-AA9C-EEB7760562E3}" sibTransId="{C22D4F40-01A2-42F3-9354-6D4A72E96E2B}"/>
    <dgm:cxn modelId="{97E1F36C-D377-4CDB-A7E7-4BC494DA4335}" type="presOf" srcId="{D5FB1189-5635-4C8D-A3CE-7D54CDE75660}" destId="{FAF8DAF3-DA8E-48FF-AD36-261887D13AED}" srcOrd="0" destOrd="0" presId="urn:microsoft.com/office/officeart/2008/layout/LinedList"/>
    <dgm:cxn modelId="{01E7391C-7AE7-4405-981F-20994EF2D862}" type="presParOf" srcId="{74AD28D9-45BC-48D7-B912-CBE243A47D64}" destId="{599BB4F9-1922-4286-BAD3-828B8640044D}" srcOrd="0" destOrd="0" presId="urn:microsoft.com/office/officeart/2008/layout/LinedList"/>
    <dgm:cxn modelId="{3761BBCE-0AD1-4674-9A48-49695307FCE1}" type="presParOf" srcId="{74AD28D9-45BC-48D7-B912-CBE243A47D64}" destId="{38A64C3D-4F1A-44BE-BF5C-39B2A2381EFD}" srcOrd="1" destOrd="0" presId="urn:microsoft.com/office/officeart/2008/layout/LinedList"/>
    <dgm:cxn modelId="{C24B1627-D135-4530-B7DC-533E72E97A47}" type="presParOf" srcId="{38A64C3D-4F1A-44BE-BF5C-39B2A2381EFD}" destId="{0F879F1B-67F7-4627-B8A7-2F728A142A0F}" srcOrd="0" destOrd="0" presId="urn:microsoft.com/office/officeart/2008/layout/LinedList"/>
    <dgm:cxn modelId="{C0E94E8A-C325-42E2-9B2E-6B66F1AB30C9}" type="presParOf" srcId="{38A64C3D-4F1A-44BE-BF5C-39B2A2381EFD}" destId="{57137201-C35E-4BC6-A3BD-AA9A0297A6FF}" srcOrd="1" destOrd="0" presId="urn:microsoft.com/office/officeart/2008/layout/LinedList"/>
    <dgm:cxn modelId="{E365295E-5F82-47A4-8136-572D0794E9E0}" type="presParOf" srcId="{74AD28D9-45BC-48D7-B912-CBE243A47D64}" destId="{88923E1D-7A30-4AF8-8CF2-5D47B626D4DB}" srcOrd="2" destOrd="0" presId="urn:microsoft.com/office/officeart/2008/layout/LinedList"/>
    <dgm:cxn modelId="{1B47D90F-9731-4808-A16F-0B3854A998DC}" type="presParOf" srcId="{74AD28D9-45BC-48D7-B912-CBE243A47D64}" destId="{4B7B5007-DC49-4379-ADFF-6AC9EE79D091}" srcOrd="3" destOrd="0" presId="urn:microsoft.com/office/officeart/2008/layout/LinedList"/>
    <dgm:cxn modelId="{BD2B2EE6-E39E-451F-92F2-3632C27BD42A}" type="presParOf" srcId="{4B7B5007-DC49-4379-ADFF-6AC9EE79D091}" destId="{FAF8DAF3-DA8E-48FF-AD36-261887D13AED}" srcOrd="0" destOrd="0" presId="urn:microsoft.com/office/officeart/2008/layout/LinedList"/>
    <dgm:cxn modelId="{1ECC80D7-9C4D-420E-8BE9-397ACC1C7281}" type="presParOf" srcId="{4B7B5007-DC49-4379-ADFF-6AC9EE79D091}" destId="{3B9E175D-BC98-4C56-88CB-A3BE9CD8A1A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606E632-59AB-41CF-97BA-9C265073300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E7EC3DE-F75B-4499-B1D0-D3635CF13854}">
      <dgm:prSet custT="1"/>
      <dgm:spPr/>
      <dgm:t>
        <a:bodyPr/>
        <a:lstStyle/>
        <a:p>
          <a:r>
            <a:rPr lang="en-US" sz="3200"/>
            <a:t>The huge costs of medication errors and cost saved from the reviews were noticed with medicines prescribed for chronic disease conditions such as diabetes and hypertension. </a:t>
          </a:r>
        </a:p>
      </dgm:t>
    </dgm:pt>
    <dgm:pt modelId="{2269D891-1161-4283-83DC-6F7170BBCC2A}" type="parTrans" cxnId="{75485447-8D23-4ECA-A764-7E63D0BF8CFE}">
      <dgm:prSet/>
      <dgm:spPr/>
      <dgm:t>
        <a:bodyPr/>
        <a:lstStyle/>
        <a:p>
          <a:endParaRPr lang="en-US" sz="3200"/>
        </a:p>
      </dgm:t>
    </dgm:pt>
    <dgm:pt modelId="{350FD064-468F-4407-9796-638CD880ED47}" type="sibTrans" cxnId="{75485447-8D23-4ECA-A764-7E63D0BF8CFE}">
      <dgm:prSet/>
      <dgm:spPr/>
      <dgm:t>
        <a:bodyPr/>
        <a:lstStyle/>
        <a:p>
          <a:endParaRPr lang="en-US" sz="3200"/>
        </a:p>
      </dgm:t>
    </dgm:pt>
    <dgm:pt modelId="{7204D103-F15C-459F-A302-1563BB1477D2}">
      <dgm:prSet custT="1"/>
      <dgm:spPr/>
      <dgm:t>
        <a:bodyPr/>
        <a:lstStyle/>
        <a:p>
          <a:r>
            <a:rPr lang="en-US" sz="3200"/>
            <a:t>The bothering thought with this situation would be, why should errors be associated with the prescription of routine medications for chronic disease conditions. </a:t>
          </a:r>
        </a:p>
      </dgm:t>
    </dgm:pt>
    <dgm:pt modelId="{AA7CC952-57C3-4E04-B776-23E8EADFCA81}" type="parTrans" cxnId="{0EC14D8A-23EB-401A-80D6-4A3BF19A5526}">
      <dgm:prSet/>
      <dgm:spPr/>
      <dgm:t>
        <a:bodyPr/>
        <a:lstStyle/>
        <a:p>
          <a:endParaRPr lang="en-US" sz="3200"/>
        </a:p>
      </dgm:t>
    </dgm:pt>
    <dgm:pt modelId="{B7779A63-9050-49EF-997B-A77972474D80}" type="sibTrans" cxnId="{0EC14D8A-23EB-401A-80D6-4A3BF19A5526}">
      <dgm:prSet/>
      <dgm:spPr/>
      <dgm:t>
        <a:bodyPr/>
        <a:lstStyle/>
        <a:p>
          <a:endParaRPr lang="en-US" sz="3200"/>
        </a:p>
      </dgm:t>
    </dgm:pt>
    <dgm:pt modelId="{22474180-E99A-4CB2-8212-64D4FE38BF7C}" type="pres">
      <dgm:prSet presAssocID="{0606E632-59AB-41CF-97BA-9C2650733009}" presName="vert0" presStyleCnt="0">
        <dgm:presLayoutVars>
          <dgm:dir/>
          <dgm:animOne val="branch"/>
          <dgm:animLvl val="lvl"/>
        </dgm:presLayoutVars>
      </dgm:prSet>
      <dgm:spPr/>
      <dgm:t>
        <a:bodyPr/>
        <a:lstStyle/>
        <a:p>
          <a:endParaRPr lang="en-US"/>
        </a:p>
      </dgm:t>
    </dgm:pt>
    <dgm:pt modelId="{C15724A1-FA0B-4AD3-ADF0-F4179BBD18D4}" type="pres">
      <dgm:prSet presAssocID="{AE7EC3DE-F75B-4499-B1D0-D3635CF13854}" presName="thickLine" presStyleLbl="alignNode1" presStyleIdx="0" presStyleCnt="2"/>
      <dgm:spPr/>
    </dgm:pt>
    <dgm:pt modelId="{94FB60F6-7910-425E-879D-6A9BFD1C2AD2}" type="pres">
      <dgm:prSet presAssocID="{AE7EC3DE-F75B-4499-B1D0-D3635CF13854}" presName="horz1" presStyleCnt="0"/>
      <dgm:spPr/>
    </dgm:pt>
    <dgm:pt modelId="{417A6314-198E-49A8-AB7C-318027B3FD91}" type="pres">
      <dgm:prSet presAssocID="{AE7EC3DE-F75B-4499-B1D0-D3635CF13854}" presName="tx1" presStyleLbl="revTx" presStyleIdx="0" presStyleCnt="2"/>
      <dgm:spPr/>
      <dgm:t>
        <a:bodyPr/>
        <a:lstStyle/>
        <a:p>
          <a:endParaRPr lang="en-US"/>
        </a:p>
      </dgm:t>
    </dgm:pt>
    <dgm:pt modelId="{1506C798-25F4-4A41-98E0-F5E145B4BEEA}" type="pres">
      <dgm:prSet presAssocID="{AE7EC3DE-F75B-4499-B1D0-D3635CF13854}" presName="vert1" presStyleCnt="0"/>
      <dgm:spPr/>
    </dgm:pt>
    <dgm:pt modelId="{B07DB416-9B5A-483F-84A2-526F8D2C7481}" type="pres">
      <dgm:prSet presAssocID="{7204D103-F15C-459F-A302-1563BB1477D2}" presName="thickLine" presStyleLbl="alignNode1" presStyleIdx="1" presStyleCnt="2"/>
      <dgm:spPr/>
    </dgm:pt>
    <dgm:pt modelId="{1C1836EC-B9F6-4436-93D5-9EE46FA43130}" type="pres">
      <dgm:prSet presAssocID="{7204D103-F15C-459F-A302-1563BB1477D2}" presName="horz1" presStyleCnt="0"/>
      <dgm:spPr/>
    </dgm:pt>
    <dgm:pt modelId="{FEDC350F-64C6-450D-9C90-298BD01BADC3}" type="pres">
      <dgm:prSet presAssocID="{7204D103-F15C-459F-A302-1563BB1477D2}" presName="tx1" presStyleLbl="revTx" presStyleIdx="1" presStyleCnt="2" custLinFactNeighborX="-793" custLinFactNeighborY="6436"/>
      <dgm:spPr/>
      <dgm:t>
        <a:bodyPr/>
        <a:lstStyle/>
        <a:p>
          <a:endParaRPr lang="en-US"/>
        </a:p>
      </dgm:t>
    </dgm:pt>
    <dgm:pt modelId="{CD9CBC32-C897-429F-8A2F-DD2F985139E8}" type="pres">
      <dgm:prSet presAssocID="{7204D103-F15C-459F-A302-1563BB1477D2}" presName="vert1" presStyleCnt="0"/>
      <dgm:spPr/>
    </dgm:pt>
  </dgm:ptLst>
  <dgm:cxnLst>
    <dgm:cxn modelId="{9A361FDE-5F10-47D2-AC61-20AB325E4D7C}" type="presOf" srcId="{7204D103-F15C-459F-A302-1563BB1477D2}" destId="{FEDC350F-64C6-450D-9C90-298BD01BADC3}" srcOrd="0" destOrd="0" presId="urn:microsoft.com/office/officeart/2008/layout/LinedList"/>
    <dgm:cxn modelId="{F0ED36FF-EE09-4567-98C1-4A2F486A30A3}" type="presOf" srcId="{0606E632-59AB-41CF-97BA-9C2650733009}" destId="{22474180-E99A-4CB2-8212-64D4FE38BF7C}" srcOrd="0" destOrd="0" presId="urn:microsoft.com/office/officeart/2008/layout/LinedList"/>
    <dgm:cxn modelId="{32C9411B-182B-455B-B65A-F4B5F7D8EEBE}" type="presOf" srcId="{AE7EC3DE-F75B-4499-B1D0-D3635CF13854}" destId="{417A6314-198E-49A8-AB7C-318027B3FD91}" srcOrd="0" destOrd="0" presId="urn:microsoft.com/office/officeart/2008/layout/LinedList"/>
    <dgm:cxn modelId="{0EC14D8A-23EB-401A-80D6-4A3BF19A5526}" srcId="{0606E632-59AB-41CF-97BA-9C2650733009}" destId="{7204D103-F15C-459F-A302-1563BB1477D2}" srcOrd="1" destOrd="0" parTransId="{AA7CC952-57C3-4E04-B776-23E8EADFCA81}" sibTransId="{B7779A63-9050-49EF-997B-A77972474D80}"/>
    <dgm:cxn modelId="{75485447-8D23-4ECA-A764-7E63D0BF8CFE}" srcId="{0606E632-59AB-41CF-97BA-9C2650733009}" destId="{AE7EC3DE-F75B-4499-B1D0-D3635CF13854}" srcOrd="0" destOrd="0" parTransId="{2269D891-1161-4283-83DC-6F7170BBCC2A}" sibTransId="{350FD064-468F-4407-9796-638CD880ED47}"/>
    <dgm:cxn modelId="{319E39AB-1ACA-4836-9150-F663E9181536}" type="presParOf" srcId="{22474180-E99A-4CB2-8212-64D4FE38BF7C}" destId="{C15724A1-FA0B-4AD3-ADF0-F4179BBD18D4}" srcOrd="0" destOrd="0" presId="urn:microsoft.com/office/officeart/2008/layout/LinedList"/>
    <dgm:cxn modelId="{395FBEA8-335F-48BA-9FEF-79AB1174A322}" type="presParOf" srcId="{22474180-E99A-4CB2-8212-64D4FE38BF7C}" destId="{94FB60F6-7910-425E-879D-6A9BFD1C2AD2}" srcOrd="1" destOrd="0" presId="urn:microsoft.com/office/officeart/2008/layout/LinedList"/>
    <dgm:cxn modelId="{B592C819-A0A5-44E5-8BC8-F6AFB0529A55}" type="presParOf" srcId="{94FB60F6-7910-425E-879D-6A9BFD1C2AD2}" destId="{417A6314-198E-49A8-AB7C-318027B3FD91}" srcOrd="0" destOrd="0" presId="urn:microsoft.com/office/officeart/2008/layout/LinedList"/>
    <dgm:cxn modelId="{C511CB33-41EC-49BC-8E82-847C4BF1FA2E}" type="presParOf" srcId="{94FB60F6-7910-425E-879D-6A9BFD1C2AD2}" destId="{1506C798-25F4-4A41-98E0-F5E145B4BEEA}" srcOrd="1" destOrd="0" presId="urn:microsoft.com/office/officeart/2008/layout/LinedList"/>
    <dgm:cxn modelId="{0035B7AD-17D9-418C-925C-DC454F4AF2E6}" type="presParOf" srcId="{22474180-E99A-4CB2-8212-64D4FE38BF7C}" destId="{B07DB416-9B5A-483F-84A2-526F8D2C7481}" srcOrd="2" destOrd="0" presId="urn:microsoft.com/office/officeart/2008/layout/LinedList"/>
    <dgm:cxn modelId="{41A9B135-9936-4BC9-B85B-9F572BF1C99E}" type="presParOf" srcId="{22474180-E99A-4CB2-8212-64D4FE38BF7C}" destId="{1C1836EC-B9F6-4436-93D5-9EE46FA43130}" srcOrd="3" destOrd="0" presId="urn:microsoft.com/office/officeart/2008/layout/LinedList"/>
    <dgm:cxn modelId="{8AED02F5-66F7-47CA-A523-CAF05EDEB844}" type="presParOf" srcId="{1C1836EC-B9F6-4436-93D5-9EE46FA43130}" destId="{FEDC350F-64C6-450D-9C90-298BD01BADC3}" srcOrd="0" destOrd="0" presId="urn:microsoft.com/office/officeart/2008/layout/LinedList"/>
    <dgm:cxn modelId="{A2C6C090-6B72-4A35-AF23-EBBA39D1BB5D}" type="presParOf" srcId="{1C1836EC-B9F6-4436-93D5-9EE46FA43130}" destId="{CD9CBC32-C897-429F-8A2F-DD2F985139E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82DB7AE-6E37-412A-9B9C-92F884AF93B9}"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US"/>
        </a:p>
      </dgm:t>
    </dgm:pt>
    <dgm:pt modelId="{CF03FDE4-49AB-4025-92A9-6945DC650782}">
      <dgm:prSet/>
      <dgm:spPr/>
      <dgm:t>
        <a:bodyPr/>
        <a:lstStyle/>
        <a:p>
          <a:r>
            <a:rPr lang="en-US" dirty="0"/>
            <a:t>This brings to play several factors such as the category of staff prescribing these medications and the prescriber’s therapeutic training in relation to the drug knowledge and experience; knowledge of the patient; perception of patient’s risk and their physical and emotional health as well as the patient’s characteristics and the complexity of the individual clinical case(Slight, S. </a:t>
          </a:r>
          <a:r>
            <a:rPr lang="en-US" dirty="0" err="1"/>
            <a:t>P.,et</a:t>
          </a:r>
          <a:r>
            <a:rPr lang="en-US" dirty="0"/>
            <a:t> al,2013) </a:t>
          </a:r>
        </a:p>
      </dgm:t>
    </dgm:pt>
    <dgm:pt modelId="{8F24BFE8-090B-4E9D-B8F1-0B16D23D5E87}" type="parTrans" cxnId="{61AB53B2-569F-49D6-809D-288A929F0ED0}">
      <dgm:prSet/>
      <dgm:spPr/>
      <dgm:t>
        <a:bodyPr/>
        <a:lstStyle/>
        <a:p>
          <a:endParaRPr lang="en-US"/>
        </a:p>
      </dgm:t>
    </dgm:pt>
    <dgm:pt modelId="{7F28BB33-D3CC-422C-AAF1-94C887D88016}" type="sibTrans" cxnId="{61AB53B2-569F-49D6-809D-288A929F0ED0}">
      <dgm:prSet/>
      <dgm:spPr/>
      <dgm:t>
        <a:bodyPr/>
        <a:lstStyle/>
        <a:p>
          <a:endParaRPr lang="en-US"/>
        </a:p>
      </dgm:t>
    </dgm:pt>
    <dgm:pt modelId="{F5BA60F3-E2F2-4DA1-A112-D9608E00BFC2}">
      <dgm:prSet/>
      <dgm:spPr/>
      <dgm:t>
        <a:bodyPr/>
        <a:lstStyle/>
        <a:p>
          <a:r>
            <a:rPr lang="en-US"/>
            <a:t>This study revealed 62% of physician assistants and 27.3% of medical doctors contributed largely to the identified prescription errors. </a:t>
          </a:r>
        </a:p>
      </dgm:t>
    </dgm:pt>
    <dgm:pt modelId="{30BE69DC-C718-42E9-BBB0-A30F7CA09717}" type="parTrans" cxnId="{DD5BB379-C8E3-4EF0-A650-5334FD0BB156}">
      <dgm:prSet/>
      <dgm:spPr/>
      <dgm:t>
        <a:bodyPr/>
        <a:lstStyle/>
        <a:p>
          <a:endParaRPr lang="en-US"/>
        </a:p>
      </dgm:t>
    </dgm:pt>
    <dgm:pt modelId="{80813504-6547-43C5-A4B6-5DD2D25F1BC3}" type="sibTrans" cxnId="{DD5BB379-C8E3-4EF0-A650-5334FD0BB156}">
      <dgm:prSet/>
      <dgm:spPr/>
      <dgm:t>
        <a:bodyPr/>
        <a:lstStyle/>
        <a:p>
          <a:endParaRPr lang="en-US"/>
        </a:p>
      </dgm:t>
    </dgm:pt>
    <dgm:pt modelId="{FDB818E0-41BA-4A7F-8773-8271EAAE40CD}">
      <dgm:prSet/>
      <dgm:spPr/>
      <dgm:t>
        <a:bodyPr/>
        <a:lstStyle/>
        <a:p>
          <a:r>
            <a:rPr lang="en-US"/>
            <a:t>Unfortunately, the other compounding factors for the identified medication errors were not ascertained. </a:t>
          </a:r>
        </a:p>
      </dgm:t>
    </dgm:pt>
    <dgm:pt modelId="{00FA90D7-80A1-455E-A843-96138824D166}" type="parTrans" cxnId="{68C75241-C07E-4F46-B41A-9274608A7709}">
      <dgm:prSet/>
      <dgm:spPr/>
      <dgm:t>
        <a:bodyPr/>
        <a:lstStyle/>
        <a:p>
          <a:endParaRPr lang="en-US"/>
        </a:p>
      </dgm:t>
    </dgm:pt>
    <dgm:pt modelId="{91A57C62-0434-4464-9C5C-131BBF76272D}" type="sibTrans" cxnId="{68C75241-C07E-4F46-B41A-9274608A7709}">
      <dgm:prSet/>
      <dgm:spPr/>
      <dgm:t>
        <a:bodyPr/>
        <a:lstStyle/>
        <a:p>
          <a:endParaRPr lang="en-US"/>
        </a:p>
      </dgm:t>
    </dgm:pt>
    <dgm:pt modelId="{F3E4DA24-AA52-47BE-8E9C-89E7C04CA5BB}" type="pres">
      <dgm:prSet presAssocID="{582DB7AE-6E37-412A-9B9C-92F884AF93B9}" presName="vert0" presStyleCnt="0">
        <dgm:presLayoutVars>
          <dgm:dir/>
          <dgm:animOne val="branch"/>
          <dgm:animLvl val="lvl"/>
        </dgm:presLayoutVars>
      </dgm:prSet>
      <dgm:spPr/>
      <dgm:t>
        <a:bodyPr/>
        <a:lstStyle/>
        <a:p>
          <a:endParaRPr lang="en-US"/>
        </a:p>
      </dgm:t>
    </dgm:pt>
    <dgm:pt modelId="{AF56A8A3-85E5-4014-80C6-5DAF4ECF7EEB}" type="pres">
      <dgm:prSet presAssocID="{CF03FDE4-49AB-4025-92A9-6945DC650782}" presName="thickLine" presStyleLbl="alignNode1" presStyleIdx="0" presStyleCnt="3"/>
      <dgm:spPr/>
    </dgm:pt>
    <dgm:pt modelId="{D189E75E-DE44-4B36-A786-CB5153E84E09}" type="pres">
      <dgm:prSet presAssocID="{CF03FDE4-49AB-4025-92A9-6945DC650782}" presName="horz1" presStyleCnt="0"/>
      <dgm:spPr/>
    </dgm:pt>
    <dgm:pt modelId="{362683CA-92FB-4708-9B24-E42BA82CE24D}" type="pres">
      <dgm:prSet presAssocID="{CF03FDE4-49AB-4025-92A9-6945DC650782}" presName="tx1" presStyleLbl="revTx" presStyleIdx="0" presStyleCnt="3"/>
      <dgm:spPr/>
      <dgm:t>
        <a:bodyPr/>
        <a:lstStyle/>
        <a:p>
          <a:endParaRPr lang="en-US"/>
        </a:p>
      </dgm:t>
    </dgm:pt>
    <dgm:pt modelId="{DA09EA4D-6B4A-4FE2-B238-1B265E18E61D}" type="pres">
      <dgm:prSet presAssocID="{CF03FDE4-49AB-4025-92A9-6945DC650782}" presName="vert1" presStyleCnt="0"/>
      <dgm:spPr/>
    </dgm:pt>
    <dgm:pt modelId="{E7799A20-05F1-4610-88E5-F126DB3497A9}" type="pres">
      <dgm:prSet presAssocID="{F5BA60F3-E2F2-4DA1-A112-D9608E00BFC2}" presName="thickLine" presStyleLbl="alignNode1" presStyleIdx="1" presStyleCnt="3"/>
      <dgm:spPr/>
    </dgm:pt>
    <dgm:pt modelId="{D0D5D7AD-8CC1-41F6-A163-4D2F4A874A6C}" type="pres">
      <dgm:prSet presAssocID="{F5BA60F3-E2F2-4DA1-A112-D9608E00BFC2}" presName="horz1" presStyleCnt="0"/>
      <dgm:spPr/>
    </dgm:pt>
    <dgm:pt modelId="{34DBBF64-44C8-4D80-A683-46FBD66CDE89}" type="pres">
      <dgm:prSet presAssocID="{F5BA60F3-E2F2-4DA1-A112-D9608E00BFC2}" presName="tx1" presStyleLbl="revTx" presStyleIdx="1" presStyleCnt="3"/>
      <dgm:spPr/>
      <dgm:t>
        <a:bodyPr/>
        <a:lstStyle/>
        <a:p>
          <a:endParaRPr lang="en-US"/>
        </a:p>
      </dgm:t>
    </dgm:pt>
    <dgm:pt modelId="{A80055F0-2401-4FEC-B902-6C1B5FCF6649}" type="pres">
      <dgm:prSet presAssocID="{F5BA60F3-E2F2-4DA1-A112-D9608E00BFC2}" presName="vert1" presStyleCnt="0"/>
      <dgm:spPr/>
    </dgm:pt>
    <dgm:pt modelId="{C5228622-5F4C-46B4-AB29-D2DB9564024D}" type="pres">
      <dgm:prSet presAssocID="{FDB818E0-41BA-4A7F-8773-8271EAAE40CD}" presName="thickLine" presStyleLbl="alignNode1" presStyleIdx="2" presStyleCnt="3"/>
      <dgm:spPr/>
    </dgm:pt>
    <dgm:pt modelId="{83BCC4E6-4E81-4074-B561-A42E35F40E5F}" type="pres">
      <dgm:prSet presAssocID="{FDB818E0-41BA-4A7F-8773-8271EAAE40CD}" presName="horz1" presStyleCnt="0"/>
      <dgm:spPr/>
    </dgm:pt>
    <dgm:pt modelId="{78B55FC5-C2AF-415F-9C8B-6BF51A58F0E3}" type="pres">
      <dgm:prSet presAssocID="{FDB818E0-41BA-4A7F-8773-8271EAAE40CD}" presName="tx1" presStyleLbl="revTx" presStyleIdx="2" presStyleCnt="3"/>
      <dgm:spPr/>
      <dgm:t>
        <a:bodyPr/>
        <a:lstStyle/>
        <a:p>
          <a:endParaRPr lang="en-US"/>
        </a:p>
      </dgm:t>
    </dgm:pt>
    <dgm:pt modelId="{B9860A4B-08AA-4276-A8B4-15D5728C09BE}" type="pres">
      <dgm:prSet presAssocID="{FDB818E0-41BA-4A7F-8773-8271EAAE40CD}" presName="vert1" presStyleCnt="0"/>
      <dgm:spPr/>
    </dgm:pt>
  </dgm:ptLst>
  <dgm:cxnLst>
    <dgm:cxn modelId="{2AE5F4FF-8EDE-4472-9D13-0BF83FEABCDA}" type="presOf" srcId="{FDB818E0-41BA-4A7F-8773-8271EAAE40CD}" destId="{78B55FC5-C2AF-415F-9C8B-6BF51A58F0E3}" srcOrd="0" destOrd="0" presId="urn:microsoft.com/office/officeart/2008/layout/LinedList"/>
    <dgm:cxn modelId="{ACBA3B27-C1A0-4127-86F1-BBFA83AFB843}" type="presOf" srcId="{CF03FDE4-49AB-4025-92A9-6945DC650782}" destId="{362683CA-92FB-4708-9B24-E42BA82CE24D}" srcOrd="0" destOrd="0" presId="urn:microsoft.com/office/officeart/2008/layout/LinedList"/>
    <dgm:cxn modelId="{AAE7389D-B26F-4438-8682-A04F2F6492E0}" type="presOf" srcId="{582DB7AE-6E37-412A-9B9C-92F884AF93B9}" destId="{F3E4DA24-AA52-47BE-8E9C-89E7C04CA5BB}" srcOrd="0" destOrd="0" presId="urn:microsoft.com/office/officeart/2008/layout/LinedList"/>
    <dgm:cxn modelId="{61AB53B2-569F-49D6-809D-288A929F0ED0}" srcId="{582DB7AE-6E37-412A-9B9C-92F884AF93B9}" destId="{CF03FDE4-49AB-4025-92A9-6945DC650782}" srcOrd="0" destOrd="0" parTransId="{8F24BFE8-090B-4E9D-B8F1-0B16D23D5E87}" sibTransId="{7F28BB33-D3CC-422C-AAF1-94C887D88016}"/>
    <dgm:cxn modelId="{DD5BB379-C8E3-4EF0-A650-5334FD0BB156}" srcId="{582DB7AE-6E37-412A-9B9C-92F884AF93B9}" destId="{F5BA60F3-E2F2-4DA1-A112-D9608E00BFC2}" srcOrd="1" destOrd="0" parTransId="{30BE69DC-C718-42E9-BBB0-A30F7CA09717}" sibTransId="{80813504-6547-43C5-A4B6-5DD2D25F1BC3}"/>
    <dgm:cxn modelId="{68C75241-C07E-4F46-B41A-9274608A7709}" srcId="{582DB7AE-6E37-412A-9B9C-92F884AF93B9}" destId="{FDB818E0-41BA-4A7F-8773-8271EAAE40CD}" srcOrd="2" destOrd="0" parTransId="{00FA90D7-80A1-455E-A843-96138824D166}" sibTransId="{91A57C62-0434-4464-9C5C-131BBF76272D}"/>
    <dgm:cxn modelId="{310BCF5C-1F93-412F-853D-BD101EBF8586}" type="presOf" srcId="{F5BA60F3-E2F2-4DA1-A112-D9608E00BFC2}" destId="{34DBBF64-44C8-4D80-A683-46FBD66CDE89}" srcOrd="0" destOrd="0" presId="urn:microsoft.com/office/officeart/2008/layout/LinedList"/>
    <dgm:cxn modelId="{E00997CD-AEE4-490D-9F90-FC50C7E80BDA}" type="presParOf" srcId="{F3E4DA24-AA52-47BE-8E9C-89E7C04CA5BB}" destId="{AF56A8A3-85E5-4014-80C6-5DAF4ECF7EEB}" srcOrd="0" destOrd="0" presId="urn:microsoft.com/office/officeart/2008/layout/LinedList"/>
    <dgm:cxn modelId="{98124901-D018-4B85-AE8A-20589F3F6A3F}" type="presParOf" srcId="{F3E4DA24-AA52-47BE-8E9C-89E7C04CA5BB}" destId="{D189E75E-DE44-4B36-A786-CB5153E84E09}" srcOrd="1" destOrd="0" presId="urn:microsoft.com/office/officeart/2008/layout/LinedList"/>
    <dgm:cxn modelId="{94DEF9A5-E064-4512-B448-5E5197A56450}" type="presParOf" srcId="{D189E75E-DE44-4B36-A786-CB5153E84E09}" destId="{362683CA-92FB-4708-9B24-E42BA82CE24D}" srcOrd="0" destOrd="0" presId="urn:microsoft.com/office/officeart/2008/layout/LinedList"/>
    <dgm:cxn modelId="{AD072425-3A12-45BB-AE06-56B44E24D56A}" type="presParOf" srcId="{D189E75E-DE44-4B36-A786-CB5153E84E09}" destId="{DA09EA4D-6B4A-4FE2-B238-1B265E18E61D}" srcOrd="1" destOrd="0" presId="urn:microsoft.com/office/officeart/2008/layout/LinedList"/>
    <dgm:cxn modelId="{F95B0FDF-45CF-4ADF-8E28-0B3BECA18AC3}" type="presParOf" srcId="{F3E4DA24-AA52-47BE-8E9C-89E7C04CA5BB}" destId="{E7799A20-05F1-4610-88E5-F126DB3497A9}" srcOrd="2" destOrd="0" presId="urn:microsoft.com/office/officeart/2008/layout/LinedList"/>
    <dgm:cxn modelId="{F845FEF3-A162-4120-8232-969510E0DAA7}" type="presParOf" srcId="{F3E4DA24-AA52-47BE-8E9C-89E7C04CA5BB}" destId="{D0D5D7AD-8CC1-41F6-A163-4D2F4A874A6C}" srcOrd="3" destOrd="0" presId="urn:microsoft.com/office/officeart/2008/layout/LinedList"/>
    <dgm:cxn modelId="{3ED87A38-34AC-4670-B200-92D78F6B2CF7}" type="presParOf" srcId="{D0D5D7AD-8CC1-41F6-A163-4D2F4A874A6C}" destId="{34DBBF64-44C8-4D80-A683-46FBD66CDE89}" srcOrd="0" destOrd="0" presId="urn:microsoft.com/office/officeart/2008/layout/LinedList"/>
    <dgm:cxn modelId="{434B9263-4E38-45C5-AE87-AEEDC4E22EDA}" type="presParOf" srcId="{D0D5D7AD-8CC1-41F6-A163-4D2F4A874A6C}" destId="{A80055F0-2401-4FEC-B902-6C1B5FCF6649}" srcOrd="1" destOrd="0" presId="urn:microsoft.com/office/officeart/2008/layout/LinedList"/>
    <dgm:cxn modelId="{019B87E2-E2AB-44CE-83A7-675C48B0D3CC}" type="presParOf" srcId="{F3E4DA24-AA52-47BE-8E9C-89E7C04CA5BB}" destId="{C5228622-5F4C-46B4-AB29-D2DB9564024D}" srcOrd="4" destOrd="0" presId="urn:microsoft.com/office/officeart/2008/layout/LinedList"/>
    <dgm:cxn modelId="{E0AC7FAF-6D10-4B8B-8D21-00DC428D59EA}" type="presParOf" srcId="{F3E4DA24-AA52-47BE-8E9C-89E7C04CA5BB}" destId="{83BCC4E6-4E81-4074-B561-A42E35F40E5F}" srcOrd="5" destOrd="0" presId="urn:microsoft.com/office/officeart/2008/layout/LinedList"/>
    <dgm:cxn modelId="{BF9E43A8-E157-42BA-8ABC-FCF6643FB4F9}" type="presParOf" srcId="{83BCC4E6-4E81-4074-B561-A42E35F40E5F}" destId="{78B55FC5-C2AF-415F-9C8B-6BF51A58F0E3}" srcOrd="0" destOrd="0" presId="urn:microsoft.com/office/officeart/2008/layout/LinedList"/>
    <dgm:cxn modelId="{BBC1ECFC-99EA-4CA4-9F8F-1D9BD5C7AA04}" type="presParOf" srcId="{83BCC4E6-4E81-4074-B561-A42E35F40E5F}" destId="{B9860A4B-08AA-4276-A8B4-15D5728C09B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D438548-BAAE-4DBE-8C6E-80A05DF261F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03F224-5A70-4356-BC3D-60E6C310E4F6}">
      <dgm:prSet custT="1"/>
      <dgm:spPr>
        <a:solidFill>
          <a:schemeClr val="accent1">
            <a:lumMod val="75000"/>
          </a:schemeClr>
        </a:solidFill>
      </dgm:spPr>
      <dgm:t>
        <a:bodyPr/>
        <a:lstStyle/>
        <a:p>
          <a:r>
            <a:rPr lang="en-US" sz="2800" dirty="0"/>
            <a:t>The study could not assess the cost of medication error to health care providers and patients. This was affected by the absence of data on these fields.</a:t>
          </a:r>
        </a:p>
      </dgm:t>
    </dgm:pt>
    <dgm:pt modelId="{D3A6542E-222C-4470-A7C3-4D0F90D3D920}" type="parTrans" cxnId="{E1478A24-EC21-4D0D-817F-9A679821F9A0}">
      <dgm:prSet/>
      <dgm:spPr/>
      <dgm:t>
        <a:bodyPr/>
        <a:lstStyle/>
        <a:p>
          <a:endParaRPr lang="en-US" sz="2800"/>
        </a:p>
      </dgm:t>
    </dgm:pt>
    <dgm:pt modelId="{2FD3A4F0-E58F-4161-BBBB-EC0F86CC4333}" type="sibTrans" cxnId="{E1478A24-EC21-4D0D-817F-9A679821F9A0}">
      <dgm:prSet/>
      <dgm:spPr/>
      <dgm:t>
        <a:bodyPr/>
        <a:lstStyle/>
        <a:p>
          <a:endParaRPr lang="en-US" sz="2800"/>
        </a:p>
      </dgm:t>
    </dgm:pt>
    <dgm:pt modelId="{41888158-1B64-4038-BE69-83CDD7CFBCEB}" type="pres">
      <dgm:prSet presAssocID="{2D438548-BAAE-4DBE-8C6E-80A05DF261FE}" presName="hierChild1" presStyleCnt="0">
        <dgm:presLayoutVars>
          <dgm:orgChart val="1"/>
          <dgm:chPref val="1"/>
          <dgm:dir/>
          <dgm:animOne val="branch"/>
          <dgm:animLvl val="lvl"/>
          <dgm:resizeHandles/>
        </dgm:presLayoutVars>
      </dgm:prSet>
      <dgm:spPr/>
      <dgm:t>
        <a:bodyPr/>
        <a:lstStyle/>
        <a:p>
          <a:endParaRPr lang="en-US"/>
        </a:p>
      </dgm:t>
    </dgm:pt>
    <dgm:pt modelId="{6E015869-2D98-4578-90D5-E4C1EF14B8A3}" type="pres">
      <dgm:prSet presAssocID="{6703F224-5A70-4356-BC3D-60E6C310E4F6}" presName="hierRoot1" presStyleCnt="0">
        <dgm:presLayoutVars>
          <dgm:hierBranch val="init"/>
        </dgm:presLayoutVars>
      </dgm:prSet>
      <dgm:spPr/>
    </dgm:pt>
    <dgm:pt modelId="{833F3EC6-7B66-4CCA-A2B9-0E520FD9256C}" type="pres">
      <dgm:prSet presAssocID="{6703F224-5A70-4356-BC3D-60E6C310E4F6}" presName="rootComposite1" presStyleCnt="0"/>
      <dgm:spPr/>
    </dgm:pt>
    <dgm:pt modelId="{5528C1F0-B872-489D-8762-72A9AC231E51}" type="pres">
      <dgm:prSet presAssocID="{6703F224-5A70-4356-BC3D-60E6C310E4F6}" presName="rootText1" presStyleLbl="node0" presStyleIdx="0" presStyleCnt="1">
        <dgm:presLayoutVars>
          <dgm:chPref val="3"/>
        </dgm:presLayoutVars>
      </dgm:prSet>
      <dgm:spPr/>
      <dgm:t>
        <a:bodyPr/>
        <a:lstStyle/>
        <a:p>
          <a:endParaRPr lang="en-US"/>
        </a:p>
      </dgm:t>
    </dgm:pt>
    <dgm:pt modelId="{45173AB3-F18A-45EF-AECD-C295B18EE5B8}" type="pres">
      <dgm:prSet presAssocID="{6703F224-5A70-4356-BC3D-60E6C310E4F6}" presName="rootConnector1" presStyleLbl="node1" presStyleIdx="0" presStyleCnt="0"/>
      <dgm:spPr/>
      <dgm:t>
        <a:bodyPr/>
        <a:lstStyle/>
        <a:p>
          <a:endParaRPr lang="en-US"/>
        </a:p>
      </dgm:t>
    </dgm:pt>
    <dgm:pt modelId="{56707721-6B2B-4338-A0F8-64B11B759E0B}" type="pres">
      <dgm:prSet presAssocID="{6703F224-5A70-4356-BC3D-60E6C310E4F6}" presName="hierChild2" presStyleCnt="0"/>
      <dgm:spPr/>
    </dgm:pt>
    <dgm:pt modelId="{4F9E7056-F218-4180-A1F4-93C171857030}" type="pres">
      <dgm:prSet presAssocID="{6703F224-5A70-4356-BC3D-60E6C310E4F6}" presName="hierChild3" presStyleCnt="0"/>
      <dgm:spPr/>
    </dgm:pt>
  </dgm:ptLst>
  <dgm:cxnLst>
    <dgm:cxn modelId="{496E01AC-13F0-4549-A0BD-E705D58F58CD}" type="presOf" srcId="{6703F224-5A70-4356-BC3D-60E6C310E4F6}" destId="{45173AB3-F18A-45EF-AECD-C295B18EE5B8}" srcOrd="1" destOrd="0" presId="urn:microsoft.com/office/officeart/2005/8/layout/orgChart1"/>
    <dgm:cxn modelId="{E1478A24-EC21-4D0D-817F-9A679821F9A0}" srcId="{2D438548-BAAE-4DBE-8C6E-80A05DF261FE}" destId="{6703F224-5A70-4356-BC3D-60E6C310E4F6}" srcOrd="0" destOrd="0" parTransId="{D3A6542E-222C-4470-A7C3-4D0F90D3D920}" sibTransId="{2FD3A4F0-E58F-4161-BBBB-EC0F86CC4333}"/>
    <dgm:cxn modelId="{F5F139D9-D295-43BB-8011-406705D3993B}" type="presOf" srcId="{6703F224-5A70-4356-BC3D-60E6C310E4F6}" destId="{5528C1F0-B872-489D-8762-72A9AC231E51}" srcOrd="0" destOrd="0" presId="urn:microsoft.com/office/officeart/2005/8/layout/orgChart1"/>
    <dgm:cxn modelId="{81CE810B-D5BF-4D64-8AC9-AA6D71E60F2C}" type="presOf" srcId="{2D438548-BAAE-4DBE-8C6E-80A05DF261FE}" destId="{41888158-1B64-4038-BE69-83CDD7CFBCEB}" srcOrd="0" destOrd="0" presId="urn:microsoft.com/office/officeart/2005/8/layout/orgChart1"/>
    <dgm:cxn modelId="{E2F0B85A-27E6-408E-A995-D830007C51B3}" type="presParOf" srcId="{41888158-1B64-4038-BE69-83CDD7CFBCEB}" destId="{6E015869-2D98-4578-90D5-E4C1EF14B8A3}" srcOrd="0" destOrd="0" presId="urn:microsoft.com/office/officeart/2005/8/layout/orgChart1"/>
    <dgm:cxn modelId="{98272B2A-7018-4BE8-9000-81F54CFA5505}" type="presParOf" srcId="{6E015869-2D98-4578-90D5-E4C1EF14B8A3}" destId="{833F3EC6-7B66-4CCA-A2B9-0E520FD9256C}" srcOrd="0" destOrd="0" presId="urn:microsoft.com/office/officeart/2005/8/layout/orgChart1"/>
    <dgm:cxn modelId="{48E97096-9258-4A39-ACCE-673D73DB630F}" type="presParOf" srcId="{833F3EC6-7B66-4CCA-A2B9-0E520FD9256C}" destId="{5528C1F0-B872-489D-8762-72A9AC231E51}" srcOrd="0" destOrd="0" presId="urn:microsoft.com/office/officeart/2005/8/layout/orgChart1"/>
    <dgm:cxn modelId="{D5762C8C-0708-4DF7-A16A-DD24C6253046}" type="presParOf" srcId="{833F3EC6-7B66-4CCA-A2B9-0E520FD9256C}" destId="{45173AB3-F18A-45EF-AECD-C295B18EE5B8}" srcOrd="1" destOrd="0" presId="urn:microsoft.com/office/officeart/2005/8/layout/orgChart1"/>
    <dgm:cxn modelId="{F6E75601-5AE8-4538-BB93-3060CCB4A474}" type="presParOf" srcId="{6E015869-2D98-4578-90D5-E4C1EF14B8A3}" destId="{56707721-6B2B-4338-A0F8-64B11B759E0B}" srcOrd="1" destOrd="0" presId="urn:microsoft.com/office/officeart/2005/8/layout/orgChart1"/>
    <dgm:cxn modelId="{8F5F3768-736C-4BCB-8E46-F2ECB5D9EBC7}" type="presParOf" srcId="{6E015869-2D98-4578-90D5-E4C1EF14B8A3}" destId="{4F9E7056-F218-4180-A1F4-93C17185703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EE7A487-70BC-4336-98C4-094379C5FC1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6DA9749-8644-4C7F-B554-BD34693E653C}">
      <dgm:prSet/>
      <dgm:spPr/>
      <dgm:t>
        <a:bodyPr/>
        <a:lstStyle/>
        <a:p>
          <a:r>
            <a:rPr lang="en-US"/>
            <a:t>Conduct further studies to explore economic burden of medication errors as a percentage of total health care budget. </a:t>
          </a:r>
        </a:p>
      </dgm:t>
    </dgm:pt>
    <dgm:pt modelId="{A9923CA7-932F-42A3-AEB8-C5F6E373C2C8}" type="parTrans" cxnId="{8B7AD6C2-C98A-4863-9D49-519F39235748}">
      <dgm:prSet/>
      <dgm:spPr/>
      <dgm:t>
        <a:bodyPr/>
        <a:lstStyle/>
        <a:p>
          <a:endParaRPr lang="en-US"/>
        </a:p>
      </dgm:t>
    </dgm:pt>
    <dgm:pt modelId="{4C7517A0-EEDD-4A07-A037-780231060AF0}" type="sibTrans" cxnId="{8B7AD6C2-C98A-4863-9D49-519F39235748}">
      <dgm:prSet/>
      <dgm:spPr/>
      <dgm:t>
        <a:bodyPr/>
        <a:lstStyle/>
        <a:p>
          <a:endParaRPr lang="en-US"/>
        </a:p>
      </dgm:t>
    </dgm:pt>
    <dgm:pt modelId="{00EF1403-7EDE-4726-ABE0-AE332CAA4D7A}">
      <dgm:prSet/>
      <dgm:spPr/>
      <dgm:t>
        <a:bodyPr/>
        <a:lstStyle/>
        <a:p>
          <a:r>
            <a:rPr lang="en-US"/>
            <a:t>Provide continuous health system support and ensure adherence to medicine use guidelines, policies and treatment protocols. </a:t>
          </a:r>
        </a:p>
      </dgm:t>
    </dgm:pt>
    <dgm:pt modelId="{DC854B01-06D9-4C0D-86F0-F6ECC5FF7A07}" type="parTrans" cxnId="{164CF003-3893-4BB9-B276-59428D5D979B}">
      <dgm:prSet/>
      <dgm:spPr/>
      <dgm:t>
        <a:bodyPr/>
        <a:lstStyle/>
        <a:p>
          <a:endParaRPr lang="en-US"/>
        </a:p>
      </dgm:t>
    </dgm:pt>
    <dgm:pt modelId="{156C569C-027D-4DB8-A175-47A4A50ECAF8}" type="sibTrans" cxnId="{164CF003-3893-4BB9-B276-59428D5D979B}">
      <dgm:prSet/>
      <dgm:spPr/>
      <dgm:t>
        <a:bodyPr/>
        <a:lstStyle/>
        <a:p>
          <a:endParaRPr lang="en-US"/>
        </a:p>
      </dgm:t>
    </dgm:pt>
    <dgm:pt modelId="{D7217A56-AB62-45F6-A5D7-5E190F2CEE8D}">
      <dgm:prSet/>
      <dgm:spPr/>
      <dgm:t>
        <a:bodyPr/>
        <a:lstStyle/>
        <a:p>
          <a:r>
            <a:rPr lang="en-US"/>
            <a:t>Develop an intervention program to help monitor and appropriately avert economic and clinical burden associated with medication errors at our various health facilities. </a:t>
          </a:r>
        </a:p>
      </dgm:t>
    </dgm:pt>
    <dgm:pt modelId="{F7FC469E-6726-4D65-8C08-6AE41F6EC807}" type="parTrans" cxnId="{BD302012-C773-4FFD-923F-23595CE32704}">
      <dgm:prSet/>
      <dgm:spPr/>
      <dgm:t>
        <a:bodyPr/>
        <a:lstStyle/>
        <a:p>
          <a:endParaRPr lang="en-US"/>
        </a:p>
      </dgm:t>
    </dgm:pt>
    <dgm:pt modelId="{706ACB83-30E3-47E1-A062-F9AD443BE8B1}" type="sibTrans" cxnId="{BD302012-C773-4FFD-923F-23595CE32704}">
      <dgm:prSet/>
      <dgm:spPr/>
      <dgm:t>
        <a:bodyPr/>
        <a:lstStyle/>
        <a:p>
          <a:endParaRPr lang="en-US"/>
        </a:p>
      </dgm:t>
    </dgm:pt>
    <dgm:pt modelId="{DE501499-14C7-4C2E-9472-0B849532D173}" type="pres">
      <dgm:prSet presAssocID="{3EE7A487-70BC-4336-98C4-094379C5FC16}" presName="linear" presStyleCnt="0">
        <dgm:presLayoutVars>
          <dgm:animLvl val="lvl"/>
          <dgm:resizeHandles val="exact"/>
        </dgm:presLayoutVars>
      </dgm:prSet>
      <dgm:spPr/>
      <dgm:t>
        <a:bodyPr/>
        <a:lstStyle/>
        <a:p>
          <a:endParaRPr lang="en-US"/>
        </a:p>
      </dgm:t>
    </dgm:pt>
    <dgm:pt modelId="{36A597AD-D71A-4432-AFFF-EA848D98D8ED}" type="pres">
      <dgm:prSet presAssocID="{46DA9749-8644-4C7F-B554-BD34693E653C}" presName="parentText" presStyleLbl="node1" presStyleIdx="0" presStyleCnt="3">
        <dgm:presLayoutVars>
          <dgm:chMax val="0"/>
          <dgm:bulletEnabled val="1"/>
        </dgm:presLayoutVars>
      </dgm:prSet>
      <dgm:spPr/>
      <dgm:t>
        <a:bodyPr/>
        <a:lstStyle/>
        <a:p>
          <a:endParaRPr lang="en-US"/>
        </a:p>
      </dgm:t>
    </dgm:pt>
    <dgm:pt modelId="{9873DCC1-CA94-46E1-BB1C-2148AD3B9AEE}" type="pres">
      <dgm:prSet presAssocID="{4C7517A0-EEDD-4A07-A037-780231060AF0}" presName="spacer" presStyleCnt="0"/>
      <dgm:spPr/>
    </dgm:pt>
    <dgm:pt modelId="{1329F3C7-6FFC-4AB9-9851-53568A14A6F6}" type="pres">
      <dgm:prSet presAssocID="{00EF1403-7EDE-4726-ABE0-AE332CAA4D7A}" presName="parentText" presStyleLbl="node1" presStyleIdx="1" presStyleCnt="3">
        <dgm:presLayoutVars>
          <dgm:chMax val="0"/>
          <dgm:bulletEnabled val="1"/>
        </dgm:presLayoutVars>
      </dgm:prSet>
      <dgm:spPr/>
      <dgm:t>
        <a:bodyPr/>
        <a:lstStyle/>
        <a:p>
          <a:endParaRPr lang="en-US"/>
        </a:p>
      </dgm:t>
    </dgm:pt>
    <dgm:pt modelId="{CA712663-0579-4D34-9341-082F3ABB4A05}" type="pres">
      <dgm:prSet presAssocID="{156C569C-027D-4DB8-A175-47A4A50ECAF8}" presName="spacer" presStyleCnt="0"/>
      <dgm:spPr/>
    </dgm:pt>
    <dgm:pt modelId="{793CA90F-E8A8-4F7A-BDAB-278034228602}" type="pres">
      <dgm:prSet presAssocID="{D7217A56-AB62-45F6-A5D7-5E190F2CEE8D}" presName="parentText" presStyleLbl="node1" presStyleIdx="2" presStyleCnt="3">
        <dgm:presLayoutVars>
          <dgm:chMax val="0"/>
          <dgm:bulletEnabled val="1"/>
        </dgm:presLayoutVars>
      </dgm:prSet>
      <dgm:spPr/>
      <dgm:t>
        <a:bodyPr/>
        <a:lstStyle/>
        <a:p>
          <a:endParaRPr lang="en-US"/>
        </a:p>
      </dgm:t>
    </dgm:pt>
  </dgm:ptLst>
  <dgm:cxnLst>
    <dgm:cxn modelId="{470820C5-1B21-4492-9331-C5875A4D1E04}" type="presOf" srcId="{3EE7A487-70BC-4336-98C4-094379C5FC16}" destId="{DE501499-14C7-4C2E-9472-0B849532D173}" srcOrd="0" destOrd="0" presId="urn:microsoft.com/office/officeart/2005/8/layout/vList2"/>
    <dgm:cxn modelId="{164CF003-3893-4BB9-B276-59428D5D979B}" srcId="{3EE7A487-70BC-4336-98C4-094379C5FC16}" destId="{00EF1403-7EDE-4726-ABE0-AE332CAA4D7A}" srcOrd="1" destOrd="0" parTransId="{DC854B01-06D9-4C0D-86F0-F6ECC5FF7A07}" sibTransId="{156C569C-027D-4DB8-A175-47A4A50ECAF8}"/>
    <dgm:cxn modelId="{B59E263B-2B7D-4E42-AFC1-99E513F9787F}" type="presOf" srcId="{D7217A56-AB62-45F6-A5D7-5E190F2CEE8D}" destId="{793CA90F-E8A8-4F7A-BDAB-278034228602}" srcOrd="0" destOrd="0" presId="urn:microsoft.com/office/officeart/2005/8/layout/vList2"/>
    <dgm:cxn modelId="{2339218F-3B14-4AE8-8F97-762F2AEFD41F}" type="presOf" srcId="{00EF1403-7EDE-4726-ABE0-AE332CAA4D7A}" destId="{1329F3C7-6FFC-4AB9-9851-53568A14A6F6}" srcOrd="0" destOrd="0" presId="urn:microsoft.com/office/officeart/2005/8/layout/vList2"/>
    <dgm:cxn modelId="{BD302012-C773-4FFD-923F-23595CE32704}" srcId="{3EE7A487-70BC-4336-98C4-094379C5FC16}" destId="{D7217A56-AB62-45F6-A5D7-5E190F2CEE8D}" srcOrd="2" destOrd="0" parTransId="{F7FC469E-6726-4D65-8C08-6AE41F6EC807}" sibTransId="{706ACB83-30E3-47E1-A062-F9AD443BE8B1}"/>
    <dgm:cxn modelId="{8B7AD6C2-C98A-4863-9D49-519F39235748}" srcId="{3EE7A487-70BC-4336-98C4-094379C5FC16}" destId="{46DA9749-8644-4C7F-B554-BD34693E653C}" srcOrd="0" destOrd="0" parTransId="{A9923CA7-932F-42A3-AEB8-C5F6E373C2C8}" sibTransId="{4C7517A0-EEDD-4A07-A037-780231060AF0}"/>
    <dgm:cxn modelId="{57117EE9-F41E-424E-8D6C-72FC5D39A377}" type="presOf" srcId="{46DA9749-8644-4C7F-B554-BD34693E653C}" destId="{36A597AD-D71A-4432-AFFF-EA848D98D8ED}" srcOrd="0" destOrd="0" presId="urn:microsoft.com/office/officeart/2005/8/layout/vList2"/>
    <dgm:cxn modelId="{89E012AC-324B-443A-A728-6CD430FDAA5C}" type="presParOf" srcId="{DE501499-14C7-4C2E-9472-0B849532D173}" destId="{36A597AD-D71A-4432-AFFF-EA848D98D8ED}" srcOrd="0" destOrd="0" presId="urn:microsoft.com/office/officeart/2005/8/layout/vList2"/>
    <dgm:cxn modelId="{52B5EC80-6E34-4BDC-B006-357C94B56EC0}" type="presParOf" srcId="{DE501499-14C7-4C2E-9472-0B849532D173}" destId="{9873DCC1-CA94-46E1-BB1C-2148AD3B9AEE}" srcOrd="1" destOrd="0" presId="urn:microsoft.com/office/officeart/2005/8/layout/vList2"/>
    <dgm:cxn modelId="{BD6D9201-8DC7-426B-82AE-77A618D261AD}" type="presParOf" srcId="{DE501499-14C7-4C2E-9472-0B849532D173}" destId="{1329F3C7-6FFC-4AB9-9851-53568A14A6F6}" srcOrd="2" destOrd="0" presId="urn:microsoft.com/office/officeart/2005/8/layout/vList2"/>
    <dgm:cxn modelId="{BD3109B1-389B-4AA4-9ECF-E5D6DC03DBCE}" type="presParOf" srcId="{DE501499-14C7-4C2E-9472-0B849532D173}" destId="{CA712663-0579-4D34-9341-082F3ABB4A05}" srcOrd="3" destOrd="0" presId="urn:microsoft.com/office/officeart/2005/8/layout/vList2"/>
    <dgm:cxn modelId="{7C0BCB49-BB81-47D2-8AA8-6ACFE1FEFB9F}" type="presParOf" srcId="{DE501499-14C7-4C2E-9472-0B849532D173}" destId="{793CA90F-E8A8-4F7A-BDAB-27803422860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7DD01FD-ADAB-4C3A-B619-017A1EAD9E3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B01019C1-4218-4723-8709-FFFF0D4892E5}">
      <dgm:prSet/>
      <dgm:spPr>
        <a:solidFill>
          <a:schemeClr val="accent5">
            <a:lumMod val="20000"/>
            <a:lumOff val="80000"/>
          </a:schemeClr>
        </a:solidFill>
      </dgm:spPr>
      <dgm:t>
        <a:bodyPr/>
        <a:lstStyle/>
        <a:p>
          <a:r>
            <a:rPr lang="en-US"/>
            <a:t>Medication Error as evidenced by this study and others has proven to be a public health burden that needs attention. </a:t>
          </a:r>
        </a:p>
      </dgm:t>
    </dgm:pt>
    <dgm:pt modelId="{AB03DD6F-C009-4126-B459-31B0B1544A1A}" type="parTrans" cxnId="{0A8BDD2B-0B93-4919-BAB9-077F17C71991}">
      <dgm:prSet/>
      <dgm:spPr/>
      <dgm:t>
        <a:bodyPr/>
        <a:lstStyle/>
        <a:p>
          <a:endParaRPr lang="en-US"/>
        </a:p>
      </dgm:t>
    </dgm:pt>
    <dgm:pt modelId="{002F1BBD-9F45-450E-8F9C-D8268047E6E8}" type="sibTrans" cxnId="{0A8BDD2B-0B93-4919-BAB9-077F17C71991}">
      <dgm:prSet/>
      <dgm:spPr/>
      <dgm:t>
        <a:bodyPr/>
        <a:lstStyle/>
        <a:p>
          <a:endParaRPr lang="en-US"/>
        </a:p>
      </dgm:t>
    </dgm:pt>
    <dgm:pt modelId="{730A82F0-882E-4348-AB93-9E9DABA44EA1}">
      <dgm:prSet/>
      <dgm:spPr>
        <a:solidFill>
          <a:schemeClr val="accent5">
            <a:lumMod val="20000"/>
            <a:lumOff val="80000"/>
          </a:schemeClr>
        </a:solidFill>
      </dgm:spPr>
      <dgm:t>
        <a:bodyPr/>
        <a:lstStyle/>
        <a:p>
          <a:r>
            <a:rPr lang="en-US" dirty="0"/>
            <a:t>The impact it has on the patient, health care provider and the health care system is worth the reason to make inroads such as scaling up the documentation of medication errors and interventions across the country to give a national picture of its impact and the benefits of the interventions made to save lives and economic losses.</a:t>
          </a:r>
        </a:p>
      </dgm:t>
    </dgm:pt>
    <dgm:pt modelId="{0986511D-A918-414F-BCB7-2B24854D5927}" type="parTrans" cxnId="{7646000F-BCB6-4DC2-9F3F-A8ECEB5B55FD}">
      <dgm:prSet/>
      <dgm:spPr/>
      <dgm:t>
        <a:bodyPr/>
        <a:lstStyle/>
        <a:p>
          <a:endParaRPr lang="en-US"/>
        </a:p>
      </dgm:t>
    </dgm:pt>
    <dgm:pt modelId="{5DD93EFC-D112-4B6F-A9F0-A12670B7948C}" type="sibTrans" cxnId="{7646000F-BCB6-4DC2-9F3F-A8ECEB5B55FD}">
      <dgm:prSet/>
      <dgm:spPr/>
      <dgm:t>
        <a:bodyPr/>
        <a:lstStyle/>
        <a:p>
          <a:endParaRPr lang="en-US"/>
        </a:p>
      </dgm:t>
    </dgm:pt>
    <dgm:pt modelId="{023754B1-ABF2-4D28-A706-4BB4B1AFC544}">
      <dgm:prSet/>
      <dgm:spPr>
        <a:solidFill>
          <a:schemeClr val="accent5">
            <a:lumMod val="20000"/>
            <a:lumOff val="80000"/>
          </a:schemeClr>
        </a:solidFill>
      </dgm:spPr>
      <dgm:t>
        <a:bodyPr/>
        <a:lstStyle/>
        <a:p>
          <a:r>
            <a:rPr lang="en-US" dirty="0"/>
            <a:t>This study demonstrates significant cost savings intervention to medication error and warrants further studies to explore the financial contribution of medication errors to health care budget in Ghana.</a:t>
          </a:r>
        </a:p>
      </dgm:t>
    </dgm:pt>
    <dgm:pt modelId="{166F82A1-244F-48E7-BF19-EBA7CB127983}" type="parTrans" cxnId="{D676132F-E749-4CC3-891E-DF7945F24AA3}">
      <dgm:prSet/>
      <dgm:spPr/>
      <dgm:t>
        <a:bodyPr/>
        <a:lstStyle/>
        <a:p>
          <a:endParaRPr lang="en-US"/>
        </a:p>
      </dgm:t>
    </dgm:pt>
    <dgm:pt modelId="{2C911DEB-BC6C-4A47-AD6C-18134A0C5CC5}" type="sibTrans" cxnId="{D676132F-E749-4CC3-891E-DF7945F24AA3}">
      <dgm:prSet/>
      <dgm:spPr/>
      <dgm:t>
        <a:bodyPr/>
        <a:lstStyle/>
        <a:p>
          <a:endParaRPr lang="en-US"/>
        </a:p>
      </dgm:t>
    </dgm:pt>
    <dgm:pt modelId="{39B02793-5D11-4EB6-B925-9E6AF5318C76}" type="pres">
      <dgm:prSet presAssocID="{E7DD01FD-ADAB-4C3A-B619-017A1EAD9E39}" presName="linear" presStyleCnt="0">
        <dgm:presLayoutVars>
          <dgm:animLvl val="lvl"/>
          <dgm:resizeHandles val="exact"/>
        </dgm:presLayoutVars>
      </dgm:prSet>
      <dgm:spPr/>
      <dgm:t>
        <a:bodyPr/>
        <a:lstStyle/>
        <a:p>
          <a:endParaRPr lang="en-US"/>
        </a:p>
      </dgm:t>
    </dgm:pt>
    <dgm:pt modelId="{2EB46C84-1E0C-4360-8A0F-F3BC37AF7C6A}" type="pres">
      <dgm:prSet presAssocID="{B01019C1-4218-4723-8709-FFFF0D4892E5}" presName="parentText" presStyleLbl="node1" presStyleIdx="0" presStyleCnt="3">
        <dgm:presLayoutVars>
          <dgm:chMax val="0"/>
          <dgm:bulletEnabled val="1"/>
        </dgm:presLayoutVars>
      </dgm:prSet>
      <dgm:spPr/>
      <dgm:t>
        <a:bodyPr/>
        <a:lstStyle/>
        <a:p>
          <a:endParaRPr lang="en-US"/>
        </a:p>
      </dgm:t>
    </dgm:pt>
    <dgm:pt modelId="{D4A23672-E96F-4071-BFE0-9A278B992806}" type="pres">
      <dgm:prSet presAssocID="{002F1BBD-9F45-450E-8F9C-D8268047E6E8}" presName="spacer" presStyleCnt="0"/>
      <dgm:spPr/>
    </dgm:pt>
    <dgm:pt modelId="{019892AF-0569-401B-8BCD-0C2779479F50}" type="pres">
      <dgm:prSet presAssocID="{730A82F0-882E-4348-AB93-9E9DABA44EA1}" presName="parentText" presStyleLbl="node1" presStyleIdx="1" presStyleCnt="3">
        <dgm:presLayoutVars>
          <dgm:chMax val="0"/>
          <dgm:bulletEnabled val="1"/>
        </dgm:presLayoutVars>
      </dgm:prSet>
      <dgm:spPr/>
      <dgm:t>
        <a:bodyPr/>
        <a:lstStyle/>
        <a:p>
          <a:endParaRPr lang="en-US"/>
        </a:p>
      </dgm:t>
    </dgm:pt>
    <dgm:pt modelId="{01F20EB0-7E13-4BE6-A835-0A56FF9D3DC6}" type="pres">
      <dgm:prSet presAssocID="{5DD93EFC-D112-4B6F-A9F0-A12670B7948C}" presName="spacer" presStyleCnt="0"/>
      <dgm:spPr/>
    </dgm:pt>
    <dgm:pt modelId="{6A6AF7B5-1690-496A-B44C-B9BC37B03CD5}" type="pres">
      <dgm:prSet presAssocID="{023754B1-ABF2-4D28-A706-4BB4B1AFC544}" presName="parentText" presStyleLbl="node1" presStyleIdx="2" presStyleCnt="3">
        <dgm:presLayoutVars>
          <dgm:chMax val="0"/>
          <dgm:bulletEnabled val="1"/>
        </dgm:presLayoutVars>
      </dgm:prSet>
      <dgm:spPr/>
      <dgm:t>
        <a:bodyPr/>
        <a:lstStyle/>
        <a:p>
          <a:endParaRPr lang="en-US"/>
        </a:p>
      </dgm:t>
    </dgm:pt>
  </dgm:ptLst>
  <dgm:cxnLst>
    <dgm:cxn modelId="{7646000F-BCB6-4DC2-9F3F-A8ECEB5B55FD}" srcId="{E7DD01FD-ADAB-4C3A-B619-017A1EAD9E39}" destId="{730A82F0-882E-4348-AB93-9E9DABA44EA1}" srcOrd="1" destOrd="0" parTransId="{0986511D-A918-414F-BCB7-2B24854D5927}" sibTransId="{5DD93EFC-D112-4B6F-A9F0-A12670B7948C}"/>
    <dgm:cxn modelId="{EF378978-4EF1-4379-9834-DF2311D03EC7}" type="presOf" srcId="{E7DD01FD-ADAB-4C3A-B619-017A1EAD9E39}" destId="{39B02793-5D11-4EB6-B925-9E6AF5318C76}" srcOrd="0" destOrd="0" presId="urn:microsoft.com/office/officeart/2005/8/layout/vList2"/>
    <dgm:cxn modelId="{1156FB5A-2D2C-4C01-A616-0B399A842221}" type="presOf" srcId="{B01019C1-4218-4723-8709-FFFF0D4892E5}" destId="{2EB46C84-1E0C-4360-8A0F-F3BC37AF7C6A}" srcOrd="0" destOrd="0" presId="urn:microsoft.com/office/officeart/2005/8/layout/vList2"/>
    <dgm:cxn modelId="{14DDC0DE-5B85-44CE-8AB0-8A93D57D2E9C}" type="presOf" srcId="{730A82F0-882E-4348-AB93-9E9DABA44EA1}" destId="{019892AF-0569-401B-8BCD-0C2779479F50}" srcOrd="0" destOrd="0" presId="urn:microsoft.com/office/officeart/2005/8/layout/vList2"/>
    <dgm:cxn modelId="{0A8BDD2B-0B93-4919-BAB9-077F17C71991}" srcId="{E7DD01FD-ADAB-4C3A-B619-017A1EAD9E39}" destId="{B01019C1-4218-4723-8709-FFFF0D4892E5}" srcOrd="0" destOrd="0" parTransId="{AB03DD6F-C009-4126-B459-31B0B1544A1A}" sibTransId="{002F1BBD-9F45-450E-8F9C-D8268047E6E8}"/>
    <dgm:cxn modelId="{7BD5DCF8-5D95-4099-B79D-83BD939ED01F}" type="presOf" srcId="{023754B1-ABF2-4D28-A706-4BB4B1AFC544}" destId="{6A6AF7B5-1690-496A-B44C-B9BC37B03CD5}" srcOrd="0" destOrd="0" presId="urn:microsoft.com/office/officeart/2005/8/layout/vList2"/>
    <dgm:cxn modelId="{D676132F-E749-4CC3-891E-DF7945F24AA3}" srcId="{E7DD01FD-ADAB-4C3A-B619-017A1EAD9E39}" destId="{023754B1-ABF2-4D28-A706-4BB4B1AFC544}" srcOrd="2" destOrd="0" parTransId="{166F82A1-244F-48E7-BF19-EBA7CB127983}" sibTransId="{2C911DEB-BC6C-4A47-AD6C-18134A0C5CC5}"/>
    <dgm:cxn modelId="{5EE27B70-0A45-44A9-9B53-20AC49B1D695}" type="presParOf" srcId="{39B02793-5D11-4EB6-B925-9E6AF5318C76}" destId="{2EB46C84-1E0C-4360-8A0F-F3BC37AF7C6A}" srcOrd="0" destOrd="0" presId="urn:microsoft.com/office/officeart/2005/8/layout/vList2"/>
    <dgm:cxn modelId="{4DAD7E22-9717-430A-B875-506EAF5D0D3F}" type="presParOf" srcId="{39B02793-5D11-4EB6-B925-9E6AF5318C76}" destId="{D4A23672-E96F-4071-BFE0-9A278B992806}" srcOrd="1" destOrd="0" presId="urn:microsoft.com/office/officeart/2005/8/layout/vList2"/>
    <dgm:cxn modelId="{D672F603-D705-4F9C-B9F3-72755FBD500C}" type="presParOf" srcId="{39B02793-5D11-4EB6-B925-9E6AF5318C76}" destId="{019892AF-0569-401B-8BCD-0C2779479F50}" srcOrd="2" destOrd="0" presId="urn:microsoft.com/office/officeart/2005/8/layout/vList2"/>
    <dgm:cxn modelId="{EC7A3720-9580-4FB7-A21C-F797B99253C3}" type="presParOf" srcId="{39B02793-5D11-4EB6-B925-9E6AF5318C76}" destId="{01F20EB0-7E13-4BE6-A835-0A56FF9D3DC6}" srcOrd="3" destOrd="0" presId="urn:microsoft.com/office/officeart/2005/8/layout/vList2"/>
    <dgm:cxn modelId="{2A6C8B96-C321-4B55-B2F8-F41E3846CBB4}" type="presParOf" srcId="{39B02793-5D11-4EB6-B925-9E6AF5318C76}" destId="{6A6AF7B5-1690-496A-B44C-B9BC37B03CD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33446A9-C20F-4C5C-AE84-6A01D1D4382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E8BE0FB-CFA5-4DBA-917E-C72F0856BC6F}">
      <dgm:prSet/>
      <dgm:spPr/>
      <dgm:t>
        <a:bodyPr/>
        <a:lstStyle/>
        <a:p>
          <a:r>
            <a:rPr lang="en-US"/>
            <a:t>Regional Director of Health Services, Eastern Region</a:t>
          </a:r>
        </a:p>
      </dgm:t>
    </dgm:pt>
    <dgm:pt modelId="{6E9F0D27-79C2-4981-8F40-648C61728696}" type="parTrans" cxnId="{C19E7DBD-20BF-4A3A-B19B-71F70F45E9F4}">
      <dgm:prSet/>
      <dgm:spPr/>
      <dgm:t>
        <a:bodyPr/>
        <a:lstStyle/>
        <a:p>
          <a:endParaRPr lang="en-US"/>
        </a:p>
      </dgm:t>
    </dgm:pt>
    <dgm:pt modelId="{048990B3-92A2-4F51-9B0F-E412A3D15B60}" type="sibTrans" cxnId="{C19E7DBD-20BF-4A3A-B19B-71F70F45E9F4}">
      <dgm:prSet/>
      <dgm:spPr/>
      <dgm:t>
        <a:bodyPr/>
        <a:lstStyle/>
        <a:p>
          <a:endParaRPr lang="en-US"/>
        </a:p>
      </dgm:t>
    </dgm:pt>
    <dgm:pt modelId="{8DC7D087-C286-463F-A440-AE01A1C447B1}">
      <dgm:prSet/>
      <dgm:spPr/>
      <dgm:t>
        <a:bodyPr/>
        <a:lstStyle/>
        <a:p>
          <a:r>
            <a:rPr lang="en-US"/>
            <a:t>Head of Pharmacy, ERH </a:t>
          </a:r>
        </a:p>
      </dgm:t>
    </dgm:pt>
    <dgm:pt modelId="{0C21218F-09E9-4866-B7BE-26A4FAB7792F}" type="parTrans" cxnId="{BA3482A0-A8BA-4F9B-95E5-1F2ADB56DE7B}">
      <dgm:prSet/>
      <dgm:spPr/>
      <dgm:t>
        <a:bodyPr/>
        <a:lstStyle/>
        <a:p>
          <a:endParaRPr lang="en-US"/>
        </a:p>
      </dgm:t>
    </dgm:pt>
    <dgm:pt modelId="{9EE155E2-1879-4981-89D6-D5A3C85FFEF6}" type="sibTrans" cxnId="{BA3482A0-A8BA-4F9B-95E5-1F2ADB56DE7B}">
      <dgm:prSet/>
      <dgm:spPr/>
      <dgm:t>
        <a:bodyPr/>
        <a:lstStyle/>
        <a:p>
          <a:endParaRPr lang="en-US"/>
        </a:p>
      </dgm:t>
    </dgm:pt>
    <dgm:pt modelId="{A9C2F332-BFA0-4025-9C6F-986702CC5711}">
      <dgm:prSet/>
      <dgm:spPr/>
      <dgm:t>
        <a:bodyPr/>
        <a:lstStyle/>
        <a:p>
          <a:r>
            <a:rPr lang="en-US"/>
            <a:t>Hospital Pharmacy Managers, Eastern Region </a:t>
          </a:r>
        </a:p>
      </dgm:t>
    </dgm:pt>
    <dgm:pt modelId="{E98948F6-F4BF-4499-BE1B-810F95D63ECF}" type="parTrans" cxnId="{C7865336-D374-4744-862A-FFECF150B83E}">
      <dgm:prSet/>
      <dgm:spPr/>
      <dgm:t>
        <a:bodyPr/>
        <a:lstStyle/>
        <a:p>
          <a:endParaRPr lang="en-US"/>
        </a:p>
      </dgm:t>
    </dgm:pt>
    <dgm:pt modelId="{8169FF82-4198-4D2D-822A-8B2163256F65}" type="sibTrans" cxnId="{C7865336-D374-4744-862A-FFECF150B83E}">
      <dgm:prSet/>
      <dgm:spPr/>
      <dgm:t>
        <a:bodyPr/>
        <a:lstStyle/>
        <a:p>
          <a:endParaRPr lang="en-US"/>
        </a:p>
      </dgm:t>
    </dgm:pt>
    <dgm:pt modelId="{A6FE322B-E702-4A3B-B205-1A0458C3DA16}">
      <dgm:prSet/>
      <dgm:spPr/>
      <dgm:t>
        <a:bodyPr/>
        <a:lstStyle/>
        <a:p>
          <a:r>
            <a:rPr lang="en-US"/>
            <a:t>Health information Unit, ERHD</a:t>
          </a:r>
        </a:p>
      </dgm:t>
    </dgm:pt>
    <dgm:pt modelId="{015A1A15-CCE7-4ADB-9B9E-C9E332004228}" type="parTrans" cxnId="{F76865DE-3A86-45E6-8765-BEB462A3F68A}">
      <dgm:prSet/>
      <dgm:spPr/>
      <dgm:t>
        <a:bodyPr/>
        <a:lstStyle/>
        <a:p>
          <a:endParaRPr lang="en-US"/>
        </a:p>
      </dgm:t>
    </dgm:pt>
    <dgm:pt modelId="{717358C0-F817-430B-8361-1F8CC4032EA2}" type="sibTrans" cxnId="{F76865DE-3A86-45E6-8765-BEB462A3F68A}">
      <dgm:prSet/>
      <dgm:spPr/>
      <dgm:t>
        <a:bodyPr/>
        <a:lstStyle/>
        <a:p>
          <a:endParaRPr lang="en-US"/>
        </a:p>
      </dgm:t>
    </dgm:pt>
    <dgm:pt modelId="{8F90FE33-FCEC-45BC-909C-5C7F8A17418A}" type="pres">
      <dgm:prSet presAssocID="{E33446A9-C20F-4C5C-AE84-6A01D1D4382C}" presName="linear" presStyleCnt="0">
        <dgm:presLayoutVars>
          <dgm:animLvl val="lvl"/>
          <dgm:resizeHandles val="exact"/>
        </dgm:presLayoutVars>
      </dgm:prSet>
      <dgm:spPr/>
      <dgm:t>
        <a:bodyPr/>
        <a:lstStyle/>
        <a:p>
          <a:endParaRPr lang="en-US"/>
        </a:p>
      </dgm:t>
    </dgm:pt>
    <dgm:pt modelId="{EBC50446-C9CE-4C0B-9CED-A14E3032BA56}" type="pres">
      <dgm:prSet presAssocID="{2E8BE0FB-CFA5-4DBA-917E-C72F0856BC6F}" presName="parentText" presStyleLbl="node1" presStyleIdx="0" presStyleCnt="4">
        <dgm:presLayoutVars>
          <dgm:chMax val="0"/>
          <dgm:bulletEnabled val="1"/>
        </dgm:presLayoutVars>
      </dgm:prSet>
      <dgm:spPr/>
      <dgm:t>
        <a:bodyPr/>
        <a:lstStyle/>
        <a:p>
          <a:endParaRPr lang="en-US"/>
        </a:p>
      </dgm:t>
    </dgm:pt>
    <dgm:pt modelId="{8EF34469-8FB0-420A-B3A6-5664422F5914}" type="pres">
      <dgm:prSet presAssocID="{048990B3-92A2-4F51-9B0F-E412A3D15B60}" presName="spacer" presStyleCnt="0"/>
      <dgm:spPr/>
    </dgm:pt>
    <dgm:pt modelId="{DC8CED89-801F-4E75-A4B3-8A91634EE19E}" type="pres">
      <dgm:prSet presAssocID="{8DC7D087-C286-463F-A440-AE01A1C447B1}" presName="parentText" presStyleLbl="node1" presStyleIdx="1" presStyleCnt="4">
        <dgm:presLayoutVars>
          <dgm:chMax val="0"/>
          <dgm:bulletEnabled val="1"/>
        </dgm:presLayoutVars>
      </dgm:prSet>
      <dgm:spPr/>
      <dgm:t>
        <a:bodyPr/>
        <a:lstStyle/>
        <a:p>
          <a:endParaRPr lang="en-US"/>
        </a:p>
      </dgm:t>
    </dgm:pt>
    <dgm:pt modelId="{387696A1-DE25-499B-941F-8106CFA7449E}" type="pres">
      <dgm:prSet presAssocID="{9EE155E2-1879-4981-89D6-D5A3C85FFEF6}" presName="spacer" presStyleCnt="0"/>
      <dgm:spPr/>
    </dgm:pt>
    <dgm:pt modelId="{4DF701FB-4C43-4127-92CA-0A6C9CDA3AA4}" type="pres">
      <dgm:prSet presAssocID="{A9C2F332-BFA0-4025-9C6F-986702CC5711}" presName="parentText" presStyleLbl="node1" presStyleIdx="2" presStyleCnt="4">
        <dgm:presLayoutVars>
          <dgm:chMax val="0"/>
          <dgm:bulletEnabled val="1"/>
        </dgm:presLayoutVars>
      </dgm:prSet>
      <dgm:spPr/>
      <dgm:t>
        <a:bodyPr/>
        <a:lstStyle/>
        <a:p>
          <a:endParaRPr lang="en-US"/>
        </a:p>
      </dgm:t>
    </dgm:pt>
    <dgm:pt modelId="{BFA1D33C-87AA-4093-92C6-18D22424CA1E}" type="pres">
      <dgm:prSet presAssocID="{8169FF82-4198-4D2D-822A-8B2163256F65}" presName="spacer" presStyleCnt="0"/>
      <dgm:spPr/>
    </dgm:pt>
    <dgm:pt modelId="{06A9B79C-123E-4685-9B05-D2514E7B2DFE}" type="pres">
      <dgm:prSet presAssocID="{A6FE322B-E702-4A3B-B205-1A0458C3DA16}" presName="parentText" presStyleLbl="node1" presStyleIdx="3" presStyleCnt="4">
        <dgm:presLayoutVars>
          <dgm:chMax val="0"/>
          <dgm:bulletEnabled val="1"/>
        </dgm:presLayoutVars>
      </dgm:prSet>
      <dgm:spPr/>
      <dgm:t>
        <a:bodyPr/>
        <a:lstStyle/>
        <a:p>
          <a:endParaRPr lang="en-US"/>
        </a:p>
      </dgm:t>
    </dgm:pt>
  </dgm:ptLst>
  <dgm:cxnLst>
    <dgm:cxn modelId="{BA3482A0-A8BA-4F9B-95E5-1F2ADB56DE7B}" srcId="{E33446A9-C20F-4C5C-AE84-6A01D1D4382C}" destId="{8DC7D087-C286-463F-A440-AE01A1C447B1}" srcOrd="1" destOrd="0" parTransId="{0C21218F-09E9-4866-B7BE-26A4FAB7792F}" sibTransId="{9EE155E2-1879-4981-89D6-D5A3C85FFEF6}"/>
    <dgm:cxn modelId="{F76865DE-3A86-45E6-8765-BEB462A3F68A}" srcId="{E33446A9-C20F-4C5C-AE84-6A01D1D4382C}" destId="{A6FE322B-E702-4A3B-B205-1A0458C3DA16}" srcOrd="3" destOrd="0" parTransId="{015A1A15-CCE7-4ADB-9B9E-C9E332004228}" sibTransId="{717358C0-F817-430B-8361-1F8CC4032EA2}"/>
    <dgm:cxn modelId="{C19E7DBD-20BF-4A3A-B19B-71F70F45E9F4}" srcId="{E33446A9-C20F-4C5C-AE84-6A01D1D4382C}" destId="{2E8BE0FB-CFA5-4DBA-917E-C72F0856BC6F}" srcOrd="0" destOrd="0" parTransId="{6E9F0D27-79C2-4981-8F40-648C61728696}" sibTransId="{048990B3-92A2-4F51-9B0F-E412A3D15B60}"/>
    <dgm:cxn modelId="{92A68564-4C67-4725-BF88-82C4CE3E50E2}" type="presOf" srcId="{A6FE322B-E702-4A3B-B205-1A0458C3DA16}" destId="{06A9B79C-123E-4685-9B05-D2514E7B2DFE}" srcOrd="0" destOrd="0" presId="urn:microsoft.com/office/officeart/2005/8/layout/vList2"/>
    <dgm:cxn modelId="{C7865336-D374-4744-862A-FFECF150B83E}" srcId="{E33446A9-C20F-4C5C-AE84-6A01D1D4382C}" destId="{A9C2F332-BFA0-4025-9C6F-986702CC5711}" srcOrd="2" destOrd="0" parTransId="{E98948F6-F4BF-4499-BE1B-810F95D63ECF}" sibTransId="{8169FF82-4198-4D2D-822A-8B2163256F65}"/>
    <dgm:cxn modelId="{D5C971E6-0F7B-403F-AD85-0AB2C5CF630F}" type="presOf" srcId="{2E8BE0FB-CFA5-4DBA-917E-C72F0856BC6F}" destId="{EBC50446-C9CE-4C0B-9CED-A14E3032BA56}" srcOrd="0" destOrd="0" presId="urn:microsoft.com/office/officeart/2005/8/layout/vList2"/>
    <dgm:cxn modelId="{08F77B47-8DA1-470D-9EDF-E21114321A97}" type="presOf" srcId="{A9C2F332-BFA0-4025-9C6F-986702CC5711}" destId="{4DF701FB-4C43-4127-92CA-0A6C9CDA3AA4}" srcOrd="0" destOrd="0" presId="urn:microsoft.com/office/officeart/2005/8/layout/vList2"/>
    <dgm:cxn modelId="{72E6BE14-45BC-40BB-9231-DA504A2FE147}" type="presOf" srcId="{8DC7D087-C286-463F-A440-AE01A1C447B1}" destId="{DC8CED89-801F-4E75-A4B3-8A91634EE19E}" srcOrd="0" destOrd="0" presId="urn:microsoft.com/office/officeart/2005/8/layout/vList2"/>
    <dgm:cxn modelId="{8D9480B1-B00F-4200-9052-9256A1A6DD76}" type="presOf" srcId="{E33446A9-C20F-4C5C-AE84-6A01D1D4382C}" destId="{8F90FE33-FCEC-45BC-909C-5C7F8A17418A}" srcOrd="0" destOrd="0" presId="urn:microsoft.com/office/officeart/2005/8/layout/vList2"/>
    <dgm:cxn modelId="{31FD42CD-5556-43E5-A61E-180D85EB3683}" type="presParOf" srcId="{8F90FE33-FCEC-45BC-909C-5C7F8A17418A}" destId="{EBC50446-C9CE-4C0B-9CED-A14E3032BA56}" srcOrd="0" destOrd="0" presId="urn:microsoft.com/office/officeart/2005/8/layout/vList2"/>
    <dgm:cxn modelId="{A15DB731-C21A-48B7-9CE8-E86D7E77CDBA}" type="presParOf" srcId="{8F90FE33-FCEC-45BC-909C-5C7F8A17418A}" destId="{8EF34469-8FB0-420A-B3A6-5664422F5914}" srcOrd="1" destOrd="0" presId="urn:microsoft.com/office/officeart/2005/8/layout/vList2"/>
    <dgm:cxn modelId="{DA673ED9-15CF-4D8D-BB56-DAA1AE5991D9}" type="presParOf" srcId="{8F90FE33-FCEC-45BC-909C-5C7F8A17418A}" destId="{DC8CED89-801F-4E75-A4B3-8A91634EE19E}" srcOrd="2" destOrd="0" presId="urn:microsoft.com/office/officeart/2005/8/layout/vList2"/>
    <dgm:cxn modelId="{D52ABA69-DD02-4CCA-ACCD-FA92F7356962}" type="presParOf" srcId="{8F90FE33-FCEC-45BC-909C-5C7F8A17418A}" destId="{387696A1-DE25-499B-941F-8106CFA7449E}" srcOrd="3" destOrd="0" presId="urn:microsoft.com/office/officeart/2005/8/layout/vList2"/>
    <dgm:cxn modelId="{F7346C55-0950-4453-B631-17B715020416}" type="presParOf" srcId="{8F90FE33-FCEC-45BC-909C-5C7F8A17418A}" destId="{4DF701FB-4C43-4127-92CA-0A6C9CDA3AA4}" srcOrd="4" destOrd="0" presId="urn:microsoft.com/office/officeart/2005/8/layout/vList2"/>
    <dgm:cxn modelId="{791FA117-0141-4BA0-B088-B0E536A5F5A7}" type="presParOf" srcId="{8F90FE33-FCEC-45BC-909C-5C7F8A17418A}" destId="{BFA1D33C-87AA-4093-92C6-18D22424CA1E}" srcOrd="5" destOrd="0" presId="urn:microsoft.com/office/officeart/2005/8/layout/vList2"/>
    <dgm:cxn modelId="{7D6DDD75-736A-49F0-8C05-A2E01EAEE5BC}" type="presParOf" srcId="{8F90FE33-FCEC-45BC-909C-5C7F8A17418A}" destId="{06A9B79C-123E-4685-9B05-D2514E7B2DF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AE1D4-361D-4BCD-AD35-FBDA4451BCF1}">
      <dsp:nvSpPr>
        <dsp:cNvPr id="0" name=""/>
        <dsp:cNvSpPr/>
      </dsp:nvSpPr>
      <dsp:spPr>
        <a:xfrm>
          <a:off x="0" y="325871"/>
          <a:ext cx="11308642" cy="23095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0020" tIns="160020" rIns="160020" bIns="160020" numCol="1" spcCol="1270" anchor="ctr" anchorCtr="0">
          <a:noAutofit/>
        </a:bodyPr>
        <a:lstStyle/>
        <a:p>
          <a:pPr lvl="0" algn="l" defTabSz="1866900">
            <a:lnSpc>
              <a:spcPct val="90000"/>
            </a:lnSpc>
            <a:spcBef>
              <a:spcPct val="0"/>
            </a:spcBef>
            <a:spcAft>
              <a:spcPct val="35000"/>
            </a:spcAft>
          </a:pPr>
          <a:r>
            <a:rPr lang="en-GB" sz="4200" b="1" kern="1200"/>
            <a:t>COST OF MEDICATION ERRORS IN PUBLIC HEALTH FACILITIES OF EASTERN REGION, GHANA</a:t>
          </a:r>
          <a:br>
            <a:rPr lang="en-GB" sz="4200" b="1" kern="1200"/>
          </a:br>
          <a:r>
            <a:rPr lang="en-GB" sz="4200" b="1" kern="1200"/>
            <a:t>Van der Puije et. al, 2019</a:t>
          </a:r>
          <a:endParaRPr lang="en-US" sz="4200" kern="1200"/>
        </a:p>
      </dsp:txBody>
      <dsp:txXfrm>
        <a:off x="112744" y="438615"/>
        <a:ext cx="11083154" cy="20840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99091"/>
          </a:xfrm>
          <a:prstGeom prst="rect">
            <a:avLst/>
          </a:prstGeom>
        </p:spPr>
        <p:txBody>
          <a:bodyPr vert="horz" lIns="91440" tIns="45720" rIns="91440" bIns="45720" rtlCol="0"/>
          <a:lstStyle>
            <a:lvl1pPr algn="r">
              <a:defRPr sz="1200"/>
            </a:lvl1pPr>
          </a:lstStyle>
          <a:p>
            <a:fld id="{97A1E73C-3455-4CCB-A380-E592A603D828}" type="datetimeFigureOut">
              <a:rPr lang="en-US" smtClean="0"/>
              <a:t>1/23/2026</a:t>
            </a:fld>
            <a:endParaRPr lang="en-US"/>
          </a:p>
        </p:txBody>
      </p:sp>
      <p:sp>
        <p:nvSpPr>
          <p:cNvPr id="4" name="Footer Placeholder 3"/>
          <p:cNvSpPr>
            <a:spLocks noGrp="1"/>
          </p:cNvSpPr>
          <p:nvPr>
            <p:ph type="ftr" sz="quarter" idx="2"/>
          </p:nvPr>
        </p:nvSpPr>
        <p:spPr>
          <a:xfrm>
            <a:off x="0" y="9448185"/>
            <a:ext cx="2971800" cy="499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9448185"/>
            <a:ext cx="2971800" cy="499090"/>
          </a:xfrm>
          <a:prstGeom prst="rect">
            <a:avLst/>
          </a:prstGeom>
        </p:spPr>
        <p:txBody>
          <a:bodyPr vert="horz" lIns="91440" tIns="45720" rIns="91440" bIns="45720" rtlCol="0" anchor="b"/>
          <a:lstStyle>
            <a:lvl1pPr algn="r">
              <a:defRPr sz="1200"/>
            </a:lvl1pPr>
          </a:lstStyle>
          <a:p>
            <a:fld id="{00FECD60-BF2F-4406-9B9C-33B7E0BD7B0A}" type="slidenum">
              <a:rPr lang="en-US" smtClean="0"/>
              <a:t>‹#›</a:t>
            </a:fld>
            <a:endParaRPr lang="en-US"/>
          </a:p>
        </p:txBody>
      </p:sp>
    </p:spTree>
    <p:extLst>
      <p:ext uri="{BB962C8B-B14F-4D97-AF65-F5344CB8AC3E}">
        <p14:creationId xmlns:p14="http://schemas.microsoft.com/office/powerpoint/2010/main" val="306170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EBE99FD4-1EC1-4873-A06E-DC4EAE72BDFB}" type="datetimeFigureOut">
              <a:rPr lang="en-US" smtClean="0"/>
              <a:t>1/23/2026</a:t>
            </a:fld>
            <a:endParaRPr lang="en-US"/>
          </a:p>
        </p:txBody>
      </p:sp>
      <p:sp>
        <p:nvSpPr>
          <p:cNvPr id="4" name="Slide Image Placeholder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8A555115-8646-4860-8B7C-8F8422452E74}" type="slidenum">
              <a:rPr lang="en-US" smtClean="0"/>
              <a:t>‹#›</a:t>
            </a:fld>
            <a:endParaRPr lang="en-US"/>
          </a:p>
        </p:txBody>
      </p:sp>
    </p:spTree>
    <p:extLst>
      <p:ext uri="{BB962C8B-B14F-4D97-AF65-F5344CB8AC3E}">
        <p14:creationId xmlns:p14="http://schemas.microsoft.com/office/powerpoint/2010/main" val="1407874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2BA01F0-882B-44F3-AE68-F57D94BA7FC6}" type="slidenum">
              <a:rPr lang="en-GB" smtClean="0"/>
              <a:pPr/>
              <a:t>3</a:t>
            </a:fld>
            <a:endParaRPr lang="en-GB"/>
          </a:p>
        </p:txBody>
      </p:sp>
    </p:spTree>
    <p:extLst>
      <p:ext uri="{BB962C8B-B14F-4D97-AF65-F5344CB8AC3E}">
        <p14:creationId xmlns:p14="http://schemas.microsoft.com/office/powerpoint/2010/main" val="144744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3421FD8-7651-4D2C-B083-9878744343D0}"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26213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21FD8-7651-4D2C-B083-9878744343D0}"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2986005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421FD8-7651-4D2C-B083-9878744343D0}"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3208488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421FD8-7651-4D2C-B083-9878744343D0}"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1273545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421FD8-7651-4D2C-B083-9878744343D0}"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2756628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421FD8-7651-4D2C-B083-9878744343D0}"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271938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421FD8-7651-4D2C-B083-9878744343D0}"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184428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421FD8-7651-4D2C-B083-9878744343D0}"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1486201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421FD8-7651-4D2C-B083-9878744343D0}"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763373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21FD8-7651-4D2C-B083-9878744343D0}"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258028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21FD8-7651-4D2C-B083-9878744343D0}"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6B7D8-433C-40F2-B9BC-FDBEE6A32DAB}" type="slidenum">
              <a:rPr lang="en-US" smtClean="0"/>
              <a:t>‹#›</a:t>
            </a:fld>
            <a:endParaRPr lang="en-US"/>
          </a:p>
        </p:txBody>
      </p:sp>
    </p:spTree>
    <p:extLst>
      <p:ext uri="{BB962C8B-B14F-4D97-AF65-F5344CB8AC3E}">
        <p14:creationId xmlns:p14="http://schemas.microsoft.com/office/powerpoint/2010/main" val="2227748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421FD8-7651-4D2C-B083-9878744343D0}"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36B7D8-433C-40F2-B9BC-FDBEE6A32DAB}" type="slidenum">
              <a:rPr lang="en-US" smtClean="0"/>
              <a:t>‹#›</a:t>
            </a:fld>
            <a:endParaRPr lang="en-US"/>
          </a:p>
        </p:txBody>
      </p:sp>
    </p:spTree>
    <p:extLst>
      <p:ext uri="{BB962C8B-B14F-4D97-AF65-F5344CB8AC3E}">
        <p14:creationId xmlns:p14="http://schemas.microsoft.com/office/powerpoint/2010/main" val="1440425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C6020666-1BB1-497A-87C0-7909D76C9D0E}"/>
              </a:ext>
            </a:extLst>
          </p:cNvPr>
          <p:cNvGraphicFramePr/>
          <p:nvPr>
            <p:extLst>
              <p:ext uri="{D42A27DB-BD31-4B8C-83A1-F6EECF244321}">
                <p14:modId xmlns:p14="http://schemas.microsoft.com/office/powerpoint/2010/main" val="3085030779"/>
              </p:ext>
            </p:extLst>
          </p:nvPr>
        </p:nvGraphicFramePr>
        <p:xfrm>
          <a:off x="437881" y="548640"/>
          <a:ext cx="11308642" cy="2961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p:cNvSpPr>
            <a:spLocks noGrp="1"/>
          </p:cNvSpPr>
          <p:nvPr>
            <p:ph type="subTitle" idx="1"/>
          </p:nvPr>
        </p:nvSpPr>
        <p:spPr>
          <a:xfrm>
            <a:off x="1511121" y="4245982"/>
            <a:ext cx="9144000" cy="1655762"/>
          </a:xfrm>
        </p:spPr>
        <p:txBody>
          <a:bodyPr>
            <a:normAutofit fontScale="92500" lnSpcReduction="10000"/>
          </a:bodyPr>
          <a:lstStyle/>
          <a:p>
            <a:pPr algn="r"/>
            <a:r>
              <a:rPr lang="en-GB" sz="2800" dirty="0"/>
              <a:t>Presented by: </a:t>
            </a:r>
          </a:p>
          <a:p>
            <a:pPr algn="r"/>
            <a:r>
              <a:rPr lang="en-GB" sz="2800" dirty="0"/>
              <a:t>NII OBODAI MENSAH</a:t>
            </a:r>
          </a:p>
          <a:p>
            <a:pPr algn="r"/>
            <a:r>
              <a:rPr lang="en-GB" sz="2000" dirty="0">
                <a:latin typeface="Bradley Hand ITC" panose="03070402050302030203" pitchFamily="66" charset="0"/>
              </a:rPr>
              <a:t>ASAMANKESE GOVERNMENT HOSPITAL</a:t>
            </a:r>
          </a:p>
          <a:p>
            <a:pPr algn="r"/>
            <a:r>
              <a:rPr lang="en-GB" sz="2000" dirty="0">
                <a:latin typeface="Bradley Hand ITC" panose="03070402050302030203" pitchFamily="66" charset="0"/>
              </a:rPr>
              <a:t>EASTERN REGION</a:t>
            </a:r>
            <a:endParaRPr lang="en-US" sz="2000" dirty="0"/>
          </a:p>
        </p:txBody>
      </p:sp>
    </p:spTree>
    <p:extLst>
      <p:ext uri="{BB962C8B-B14F-4D97-AF65-F5344CB8AC3E}">
        <p14:creationId xmlns:p14="http://schemas.microsoft.com/office/powerpoint/2010/main" val="139540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1375"/>
          </a:xfrm>
        </p:spPr>
        <p:txBody>
          <a:bodyPr/>
          <a:lstStyle/>
          <a:p>
            <a:pPr algn="ctr"/>
            <a:r>
              <a:rPr lang="en-US" dirty="0"/>
              <a:t>OUTLINE</a:t>
            </a:r>
          </a:p>
        </p:txBody>
      </p:sp>
      <p:graphicFrame>
        <p:nvGraphicFramePr>
          <p:cNvPr id="4" name="Content Placeholder 3">
            <a:extLst>
              <a:ext uri="{FF2B5EF4-FFF2-40B4-BE49-F238E27FC236}">
                <a16:creationId xmlns:a16="http://schemas.microsoft.com/office/drawing/2014/main" xmlns="" id="{FB9B22A3-C913-4142-8376-52047635CB06}"/>
              </a:ext>
            </a:extLst>
          </p:cNvPr>
          <p:cNvGraphicFramePr>
            <a:graphicFrameLocks noGrp="1"/>
          </p:cNvGraphicFramePr>
          <p:nvPr>
            <p:ph idx="1"/>
            <p:extLst>
              <p:ext uri="{D42A27DB-BD31-4B8C-83A1-F6EECF244321}">
                <p14:modId xmlns:p14="http://schemas.microsoft.com/office/powerpoint/2010/main" val="2050251976"/>
              </p:ext>
            </p:extLst>
          </p:nvPr>
        </p:nvGraphicFramePr>
        <p:xfrm>
          <a:off x="838199" y="1409700"/>
          <a:ext cx="10644051" cy="5083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8213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450" y="136526"/>
            <a:ext cx="10841232" cy="557945"/>
          </a:xfrm>
        </p:spPr>
        <p:txBody>
          <a:bodyPr>
            <a:noAutofit/>
          </a:bodyPr>
          <a:lstStyle/>
          <a:p>
            <a:pPr algn="ctr"/>
            <a:r>
              <a:rPr lang="en-GB" sz="4000" b="1" dirty="0"/>
              <a:t/>
            </a:r>
            <a:br>
              <a:rPr lang="en-GB" sz="4000" b="1" dirty="0"/>
            </a:br>
            <a:r>
              <a:rPr lang="en-GB" sz="3600" b="1" dirty="0"/>
              <a:t>                      INTRODUCTION                           </a:t>
            </a:r>
            <a:r>
              <a:rPr lang="en-GB" sz="3600" b="1" dirty="0">
                <a:latin typeface="Algerian" panose="04020705040A02060702" pitchFamily="82" charset="0"/>
              </a:rPr>
              <a:t>1/4</a:t>
            </a:r>
            <a:r>
              <a:rPr lang="en-GB" sz="3600" b="1" dirty="0"/>
              <a:t/>
            </a:r>
            <a:br>
              <a:rPr lang="en-GB" sz="3600" b="1" dirty="0"/>
            </a:br>
            <a:endParaRPr lang="en-GB" sz="3600" b="1" dirty="0"/>
          </a:p>
        </p:txBody>
      </p:sp>
      <p:sp>
        <p:nvSpPr>
          <p:cNvPr id="4" name="Slide Number Placeholder 3"/>
          <p:cNvSpPr>
            <a:spLocks noGrp="1"/>
          </p:cNvSpPr>
          <p:nvPr>
            <p:ph type="sldNum" sz="quarter" idx="12"/>
          </p:nvPr>
        </p:nvSpPr>
        <p:spPr/>
        <p:txBody>
          <a:bodyPr/>
          <a:lstStyle/>
          <a:p>
            <a:fld id="{078A35E6-45AB-420E-9419-DF92EB1A9354}" type="slidenum">
              <a:rPr lang="en-GB" smtClean="0"/>
              <a:pPr/>
              <a:t>3</a:t>
            </a:fld>
            <a:endParaRPr lang="en-GB"/>
          </a:p>
        </p:txBody>
      </p:sp>
      <p:graphicFrame>
        <p:nvGraphicFramePr>
          <p:cNvPr id="5" name="Content Placeholder 4">
            <a:extLst>
              <a:ext uri="{FF2B5EF4-FFF2-40B4-BE49-F238E27FC236}">
                <a16:creationId xmlns:a16="http://schemas.microsoft.com/office/drawing/2014/main" xmlns="" id="{5AE60384-90BB-4B9E-A5FA-58A0EDD8DB5E}"/>
              </a:ext>
            </a:extLst>
          </p:cNvPr>
          <p:cNvGraphicFramePr>
            <a:graphicFrameLocks noGrp="1"/>
          </p:cNvGraphicFramePr>
          <p:nvPr>
            <p:ph sz="quarter" idx="1"/>
            <p:extLst>
              <p:ext uri="{D42A27DB-BD31-4B8C-83A1-F6EECF244321}">
                <p14:modId xmlns:p14="http://schemas.microsoft.com/office/powerpoint/2010/main" val="453242120"/>
              </p:ext>
            </p:extLst>
          </p:nvPr>
        </p:nvGraphicFramePr>
        <p:xfrm>
          <a:off x="225083" y="875211"/>
          <a:ext cx="11335545" cy="51990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1955540" y="6334780"/>
            <a:ext cx="8280920" cy="523220"/>
          </a:xfrm>
          <a:prstGeom prst="rect">
            <a:avLst/>
          </a:prstGeom>
          <a:noFill/>
        </p:spPr>
        <p:txBody>
          <a:bodyPr wrap="square" rtlCol="0">
            <a:spAutoFit/>
          </a:bodyPr>
          <a:lstStyle/>
          <a:p>
            <a:r>
              <a:rPr lang="en-GB" sz="1400" dirty="0"/>
              <a:t>National Coordinating Committee-Medication Error Reporting and Prevention (NCC MERP); accessed at http://www.nccmerp.org/aboutMedErrors.html;  June. 2016</a:t>
            </a:r>
          </a:p>
        </p:txBody>
      </p:sp>
    </p:spTree>
    <p:extLst>
      <p:ext uri="{BB962C8B-B14F-4D97-AF65-F5344CB8AC3E}">
        <p14:creationId xmlns:p14="http://schemas.microsoft.com/office/powerpoint/2010/main" val="4265543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51789"/>
          </a:xfrm>
        </p:spPr>
        <p:txBody>
          <a:bodyPr>
            <a:normAutofit fontScale="90000"/>
          </a:bodyPr>
          <a:lstStyle/>
          <a:p>
            <a:r>
              <a:rPr lang="en-US" sz="3600" b="1" dirty="0"/>
              <a:t>   </a:t>
            </a:r>
            <a:r>
              <a:rPr lang="en-US" b="1" dirty="0"/>
              <a:t>INTRODUCTION						</a:t>
            </a:r>
            <a:r>
              <a:rPr lang="en-US" b="1" dirty="0">
                <a:latin typeface="Algerian" panose="04020705040A02060702" pitchFamily="82" charset="0"/>
              </a:rPr>
              <a:t>2/4</a:t>
            </a:r>
          </a:p>
        </p:txBody>
      </p:sp>
      <p:sp>
        <p:nvSpPr>
          <p:cNvPr id="3" name="Slide Number Placeholder 2"/>
          <p:cNvSpPr>
            <a:spLocks noGrp="1"/>
          </p:cNvSpPr>
          <p:nvPr>
            <p:ph type="sldNum" sz="quarter" idx="12"/>
          </p:nvPr>
        </p:nvSpPr>
        <p:spPr/>
        <p:txBody>
          <a:bodyPr/>
          <a:lstStyle/>
          <a:p>
            <a:fld id="{078A35E6-45AB-420E-9419-DF92EB1A9354}" type="slidenum">
              <a:rPr lang="en-GB" smtClean="0"/>
              <a:pPr/>
              <a:t>4</a:t>
            </a:fld>
            <a:endParaRPr lang="en-GB"/>
          </a:p>
        </p:txBody>
      </p:sp>
      <p:graphicFrame>
        <p:nvGraphicFramePr>
          <p:cNvPr id="5" name="Content Placeholder 4">
            <a:extLst>
              <a:ext uri="{FF2B5EF4-FFF2-40B4-BE49-F238E27FC236}">
                <a16:creationId xmlns:a16="http://schemas.microsoft.com/office/drawing/2014/main" xmlns="" id="{8D6DA194-A02B-47E3-BB09-3885C863EC5A}"/>
              </a:ext>
            </a:extLst>
          </p:cNvPr>
          <p:cNvGraphicFramePr>
            <a:graphicFrameLocks noGrp="1"/>
          </p:cNvGraphicFramePr>
          <p:nvPr>
            <p:ph sz="quarter" idx="1"/>
            <p:extLst>
              <p:ext uri="{D42A27DB-BD31-4B8C-83A1-F6EECF244321}">
                <p14:modId xmlns:p14="http://schemas.microsoft.com/office/powerpoint/2010/main" val="1855942972"/>
              </p:ext>
            </p:extLst>
          </p:nvPr>
        </p:nvGraphicFramePr>
        <p:xfrm>
          <a:off x="795988" y="1653364"/>
          <a:ext cx="10499154" cy="45950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274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pPr algn="ctr"/>
            <a:r>
              <a:rPr lang="en-GB" b="1" dirty="0"/>
              <a:t>INTRODUCTION	</a:t>
            </a:r>
            <a:r>
              <a:rPr lang="en-GB" b="1" dirty="0">
                <a:latin typeface="Algerian" panose="04020705040A02060702" pitchFamily="82" charset="0"/>
              </a:rPr>
              <a:t>3/4</a:t>
            </a:r>
            <a:endParaRPr lang="en-US" dirty="0">
              <a:latin typeface="Algerian" panose="04020705040A02060702" pitchFamily="82" charset="0"/>
            </a:endParaRPr>
          </a:p>
        </p:txBody>
      </p:sp>
      <p:graphicFrame>
        <p:nvGraphicFramePr>
          <p:cNvPr id="4" name="Content Placeholder 3">
            <a:extLst>
              <a:ext uri="{FF2B5EF4-FFF2-40B4-BE49-F238E27FC236}">
                <a16:creationId xmlns:a16="http://schemas.microsoft.com/office/drawing/2014/main" xmlns="" id="{DC241716-4500-4406-B838-DD4557D184C0}"/>
              </a:ext>
            </a:extLst>
          </p:cNvPr>
          <p:cNvGraphicFramePr>
            <a:graphicFrameLocks noGrp="1"/>
          </p:cNvGraphicFramePr>
          <p:nvPr>
            <p:ph idx="1"/>
            <p:extLst>
              <p:ext uri="{D42A27DB-BD31-4B8C-83A1-F6EECF244321}">
                <p14:modId xmlns:p14="http://schemas.microsoft.com/office/powerpoint/2010/main" val="405194059"/>
              </p:ext>
            </p:extLst>
          </p:nvPr>
        </p:nvGraphicFramePr>
        <p:xfrm>
          <a:off x="643944" y="1107583"/>
          <a:ext cx="11160617" cy="5615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9653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pPr algn="ctr"/>
            <a:r>
              <a:rPr lang="en-GB" b="1" dirty="0"/>
              <a:t>INTRODUCTION	</a:t>
            </a:r>
            <a:r>
              <a:rPr lang="en-GB" b="1" dirty="0">
                <a:latin typeface="Algerian" panose="04020705040A02060702" pitchFamily="82" charset="0"/>
              </a:rPr>
              <a:t>4/4</a:t>
            </a:r>
            <a:endParaRPr lang="en-US" dirty="0">
              <a:latin typeface="Algerian" panose="04020705040A02060702" pitchFamily="82" charset="0"/>
            </a:endParaRPr>
          </a:p>
        </p:txBody>
      </p:sp>
      <p:graphicFrame>
        <p:nvGraphicFramePr>
          <p:cNvPr id="4" name="Content Placeholder 3">
            <a:extLst>
              <a:ext uri="{FF2B5EF4-FFF2-40B4-BE49-F238E27FC236}">
                <a16:creationId xmlns:a16="http://schemas.microsoft.com/office/drawing/2014/main" xmlns="" id="{8B73DD6E-1C3D-41A9-80F4-28CB4899BCA7}"/>
              </a:ext>
            </a:extLst>
          </p:cNvPr>
          <p:cNvGraphicFramePr>
            <a:graphicFrameLocks noGrp="1"/>
          </p:cNvGraphicFramePr>
          <p:nvPr>
            <p:ph idx="1"/>
            <p:extLst>
              <p:ext uri="{D42A27DB-BD31-4B8C-83A1-F6EECF244321}">
                <p14:modId xmlns:p14="http://schemas.microsoft.com/office/powerpoint/2010/main" val="2790090602"/>
              </p:ext>
            </p:extLst>
          </p:nvPr>
        </p:nvGraphicFramePr>
        <p:xfrm>
          <a:off x="713674" y="1290047"/>
          <a:ext cx="11095149" cy="52028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0836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OBJECTIVES</a:t>
            </a:r>
            <a:endParaRPr lang="en-US" dirty="0"/>
          </a:p>
        </p:txBody>
      </p:sp>
      <p:graphicFrame>
        <p:nvGraphicFramePr>
          <p:cNvPr id="4" name="Content Placeholder 3">
            <a:extLst>
              <a:ext uri="{FF2B5EF4-FFF2-40B4-BE49-F238E27FC236}">
                <a16:creationId xmlns:a16="http://schemas.microsoft.com/office/drawing/2014/main" xmlns="" id="{4E9DA0E3-06DE-438C-9B89-76135948A38A}"/>
              </a:ext>
            </a:extLst>
          </p:cNvPr>
          <p:cNvGraphicFramePr>
            <a:graphicFrameLocks noGrp="1"/>
          </p:cNvGraphicFramePr>
          <p:nvPr>
            <p:ph idx="1"/>
            <p:extLst>
              <p:ext uri="{D42A27DB-BD31-4B8C-83A1-F6EECF244321}">
                <p14:modId xmlns:p14="http://schemas.microsoft.com/office/powerpoint/2010/main" val="1265378886"/>
              </p:ext>
            </p:extLst>
          </p:nvPr>
        </p:nvGraphicFramePr>
        <p:xfrm>
          <a:off x="566670" y="1358537"/>
          <a:ext cx="11046210" cy="53949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6108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pPr algn="ctr"/>
            <a:r>
              <a:rPr lang="en-GB" b="1" dirty="0"/>
              <a:t>MATERIALS AND METHODS	1/3</a:t>
            </a:r>
            <a:endParaRPr lang="en-US" dirty="0"/>
          </a:p>
        </p:txBody>
      </p:sp>
      <p:graphicFrame>
        <p:nvGraphicFramePr>
          <p:cNvPr id="4" name="Content Placeholder 3">
            <a:extLst>
              <a:ext uri="{FF2B5EF4-FFF2-40B4-BE49-F238E27FC236}">
                <a16:creationId xmlns:a16="http://schemas.microsoft.com/office/drawing/2014/main" xmlns="" id="{A632E54D-AFBF-40A7-9692-EBCD4A99A725}"/>
              </a:ext>
            </a:extLst>
          </p:cNvPr>
          <p:cNvGraphicFramePr>
            <a:graphicFrameLocks noGrp="1"/>
          </p:cNvGraphicFramePr>
          <p:nvPr>
            <p:ph idx="1"/>
            <p:extLst>
              <p:ext uri="{D42A27DB-BD31-4B8C-83A1-F6EECF244321}">
                <p14:modId xmlns:p14="http://schemas.microsoft.com/office/powerpoint/2010/main" val="1993954207"/>
              </p:ext>
            </p:extLst>
          </p:nvPr>
        </p:nvGraphicFramePr>
        <p:xfrm>
          <a:off x="733697" y="1197972"/>
          <a:ext cx="10983686" cy="5294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168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1600"/>
            <a:ext cx="10515600" cy="470898"/>
          </a:xfrm>
        </p:spPr>
        <p:txBody>
          <a:bodyPr>
            <a:normAutofit fontScale="90000"/>
          </a:bodyPr>
          <a:lstStyle/>
          <a:p>
            <a:pPr algn="ctr"/>
            <a:r>
              <a:rPr lang="en-GB" b="1" dirty="0"/>
              <a:t>MATERIALS AND METHODS	2/3</a:t>
            </a:r>
            <a:endParaRPr lang="en-US" dirty="0"/>
          </a:p>
        </p:txBody>
      </p:sp>
      <p:graphicFrame>
        <p:nvGraphicFramePr>
          <p:cNvPr id="4" name="Content Placeholder 3">
            <a:extLst>
              <a:ext uri="{FF2B5EF4-FFF2-40B4-BE49-F238E27FC236}">
                <a16:creationId xmlns:a16="http://schemas.microsoft.com/office/drawing/2014/main" xmlns="" id="{55AD0B48-5A2C-4F16-8645-0D3B41E15D0C}"/>
              </a:ext>
            </a:extLst>
          </p:cNvPr>
          <p:cNvGraphicFramePr>
            <a:graphicFrameLocks noGrp="1"/>
          </p:cNvGraphicFramePr>
          <p:nvPr>
            <p:ph idx="1"/>
            <p:extLst>
              <p:ext uri="{D42A27DB-BD31-4B8C-83A1-F6EECF244321}">
                <p14:modId xmlns:p14="http://schemas.microsoft.com/office/powerpoint/2010/main" val="209882535"/>
              </p:ext>
            </p:extLst>
          </p:nvPr>
        </p:nvGraphicFramePr>
        <p:xfrm>
          <a:off x="261257" y="836024"/>
          <a:ext cx="11325497" cy="5890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8745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692"/>
            <a:ext cx="10515600" cy="548640"/>
          </a:xfrm>
        </p:spPr>
        <p:txBody>
          <a:bodyPr>
            <a:normAutofit fontScale="90000"/>
          </a:bodyPr>
          <a:lstStyle/>
          <a:p>
            <a:pPr algn="ctr"/>
            <a:r>
              <a:rPr lang="en-GB" b="1" dirty="0"/>
              <a:t>MATERIALS AND METHODS 	3/3</a:t>
            </a:r>
            <a:endParaRPr lang="en-US" dirty="0"/>
          </a:p>
        </p:txBody>
      </p:sp>
      <p:graphicFrame>
        <p:nvGraphicFramePr>
          <p:cNvPr id="4" name="Content Placeholder 3">
            <a:extLst>
              <a:ext uri="{FF2B5EF4-FFF2-40B4-BE49-F238E27FC236}">
                <a16:creationId xmlns:a16="http://schemas.microsoft.com/office/drawing/2014/main" xmlns="" id="{0EBD06ED-5E48-43ED-9143-B06BB54B431B}"/>
              </a:ext>
            </a:extLst>
          </p:cNvPr>
          <p:cNvGraphicFramePr>
            <a:graphicFrameLocks noGrp="1"/>
          </p:cNvGraphicFramePr>
          <p:nvPr>
            <p:ph idx="1"/>
            <p:extLst>
              <p:ext uri="{D42A27DB-BD31-4B8C-83A1-F6EECF244321}">
                <p14:modId xmlns:p14="http://schemas.microsoft.com/office/powerpoint/2010/main" val="1822331598"/>
              </p:ext>
            </p:extLst>
          </p:nvPr>
        </p:nvGraphicFramePr>
        <p:xfrm>
          <a:off x="378821" y="810533"/>
          <a:ext cx="11586755" cy="5903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805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5039"/>
          </a:xfrm>
        </p:spPr>
        <p:txBody>
          <a:bodyPr/>
          <a:lstStyle/>
          <a:p>
            <a:r>
              <a:rPr lang="en-GB" b="1" dirty="0"/>
              <a:t>RESULTS								1/5</a:t>
            </a:r>
            <a:endParaRPr lang="en-US" b="1" dirty="0"/>
          </a:p>
        </p:txBody>
      </p:sp>
      <p:sp>
        <p:nvSpPr>
          <p:cNvPr id="3" name="Content Placeholder 2"/>
          <p:cNvSpPr>
            <a:spLocks noGrp="1"/>
          </p:cNvSpPr>
          <p:nvPr>
            <p:ph idx="1"/>
          </p:nvPr>
        </p:nvSpPr>
        <p:spPr>
          <a:xfrm>
            <a:off x="838200" y="1339402"/>
            <a:ext cx="10515600" cy="5267459"/>
          </a:xfrm>
        </p:spPr>
        <p:txBody>
          <a:bodyPr/>
          <a:lstStyle/>
          <a:p>
            <a:pPr marL="0" indent="0">
              <a:buNone/>
            </a:pPr>
            <a:r>
              <a:rPr lang="en-US" dirty="0"/>
              <a:t> Table 1: Summarizes the characteristics of all the study forms</a:t>
            </a:r>
          </a:p>
          <a:p>
            <a:endParaRPr lang="en-US" dirty="0"/>
          </a:p>
        </p:txBody>
      </p:sp>
      <p:graphicFrame>
        <p:nvGraphicFramePr>
          <p:cNvPr id="4" name="Content Placeholder 3"/>
          <p:cNvGraphicFramePr>
            <a:graphicFrameLocks/>
          </p:cNvGraphicFramePr>
          <p:nvPr>
            <p:extLst>
              <p:ext uri="{D42A27DB-BD31-4B8C-83A1-F6EECF244321}">
                <p14:modId xmlns:p14="http://schemas.microsoft.com/office/powerpoint/2010/main" val="2565942437"/>
              </p:ext>
            </p:extLst>
          </p:nvPr>
        </p:nvGraphicFramePr>
        <p:xfrm>
          <a:off x="1072282" y="2006600"/>
          <a:ext cx="9749214" cy="3736975"/>
        </p:xfrm>
        <a:graphic>
          <a:graphicData uri="http://schemas.openxmlformats.org/drawingml/2006/table">
            <a:tbl>
              <a:tblPr firstRow="1" bandRow="1">
                <a:tableStyleId>{5C22544A-7EE6-4342-B048-85BDC9FD1C3A}</a:tableStyleId>
              </a:tblPr>
              <a:tblGrid>
                <a:gridCol w="4232959">
                  <a:extLst>
                    <a:ext uri="{9D8B030D-6E8A-4147-A177-3AD203B41FA5}">
                      <a16:colId xmlns:a16="http://schemas.microsoft.com/office/drawing/2014/main" xmlns="" val="20000"/>
                    </a:ext>
                  </a:extLst>
                </a:gridCol>
                <a:gridCol w="5516255">
                  <a:extLst>
                    <a:ext uri="{9D8B030D-6E8A-4147-A177-3AD203B41FA5}">
                      <a16:colId xmlns:a16="http://schemas.microsoft.com/office/drawing/2014/main" xmlns="" val="20001"/>
                    </a:ext>
                  </a:extLst>
                </a:gridCol>
              </a:tblGrid>
              <a:tr h="370840">
                <a:tc>
                  <a:txBody>
                    <a:bodyPr/>
                    <a:lstStyle/>
                    <a:p>
                      <a:pPr marL="0" marR="0" algn="l">
                        <a:lnSpc>
                          <a:spcPct val="107000"/>
                        </a:lnSpc>
                        <a:spcBef>
                          <a:spcPts val="0"/>
                        </a:spcBef>
                        <a:spcAft>
                          <a:spcPts val="0"/>
                        </a:spcAft>
                      </a:pPr>
                      <a:r>
                        <a:rPr lang="en-GB" sz="2400" b="1" dirty="0">
                          <a:effectLst/>
                          <a:latin typeface="Calibri" panose="020F0502020204030204" pitchFamily="34" charset="0"/>
                          <a:ea typeface="Times New Roman" panose="02020603050405020304" pitchFamily="18" charset="0"/>
                          <a:cs typeface="Times New Roman" panose="02020603050405020304" pitchFamily="18" charset="0"/>
                        </a:rPr>
                        <a:t>Patient Characteristics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GB" sz="2400" b="1" dirty="0">
                          <a:effectLst/>
                          <a:latin typeface="Calibri" panose="020F0502020204030204" pitchFamily="34" charset="0"/>
                          <a:ea typeface="Times New Roman" panose="02020603050405020304" pitchFamily="18" charset="0"/>
                          <a:cs typeface="Times New Roman" panose="02020603050405020304" pitchFamily="18" charset="0"/>
                        </a:rPr>
                        <a:t>Prescription error forms analysed </a:t>
                      </a: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 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370840">
                <a:tc>
                  <a:txBody>
                    <a:bodyPr/>
                    <a:lstStyle/>
                    <a:p>
                      <a:pPr marL="0" marR="0" algn="ctr">
                        <a:lnSpc>
                          <a:spcPct val="107000"/>
                        </a:lnSpc>
                        <a:spcBef>
                          <a:spcPts val="0"/>
                        </a:spcBef>
                        <a:spcAft>
                          <a:spcPts val="0"/>
                        </a:spcAft>
                      </a:pPr>
                      <a:r>
                        <a:rPr lang="en-GB" sz="2400" b="1" dirty="0">
                          <a:effectLst/>
                          <a:latin typeface="Calibri" panose="020F0502020204030204" pitchFamily="34" charset="0"/>
                          <a:ea typeface="Times New Roman" panose="02020603050405020304" pitchFamily="18" charset="0"/>
                          <a:cs typeface="Times New Roman" panose="02020603050405020304" pitchFamily="18" charset="0"/>
                        </a:rPr>
                        <a:t>Gender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370840">
                <a:tc>
                  <a:txBody>
                    <a:bodyPr/>
                    <a:lstStyle/>
                    <a:p>
                      <a:pPr marL="0" marR="0" algn="ctr">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Female</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100 (66.7)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r h="370840">
                <a:tc>
                  <a:txBody>
                    <a:bodyPr/>
                    <a:lstStyle/>
                    <a:p>
                      <a:pPr marL="0" marR="0" algn="ctr">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male</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37 (24.7)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3"/>
                  </a:ext>
                </a:extLst>
              </a:tr>
              <a:tr h="370840">
                <a:tc>
                  <a:txBody>
                    <a:bodyPr/>
                    <a:lstStyle/>
                    <a:p>
                      <a:pPr marL="0" marR="0" algn="ctr">
                        <a:lnSpc>
                          <a:spcPct val="107000"/>
                        </a:lnSpc>
                        <a:spcBef>
                          <a:spcPts val="0"/>
                        </a:spcBef>
                        <a:spcAft>
                          <a:spcPts val="0"/>
                        </a:spcAft>
                      </a:pPr>
                      <a:r>
                        <a:rPr lang="en-GB" sz="2400" b="1" dirty="0">
                          <a:effectLst/>
                          <a:latin typeface="Calibri" panose="020F0502020204030204" pitchFamily="34" charset="0"/>
                          <a:ea typeface="Times New Roman" panose="02020603050405020304" pitchFamily="18" charset="0"/>
                          <a:cs typeface="Times New Roman" panose="02020603050405020304" pitchFamily="18" charset="0"/>
                        </a:rPr>
                        <a:t>Age group</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4"/>
                  </a:ext>
                </a:extLst>
              </a:tr>
              <a:tr h="370840">
                <a:tc>
                  <a:txBody>
                    <a:bodyPr/>
                    <a:lstStyle/>
                    <a:p>
                      <a:pPr marL="0" marR="0" lvl="0" indent="0" algn="ctr">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0 – 9 years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20 (13.3)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5"/>
                  </a:ext>
                </a:extLst>
              </a:tr>
              <a:tr h="370840">
                <a:tc>
                  <a:txBody>
                    <a:bodyPr/>
                    <a:lstStyle/>
                    <a:p>
                      <a:pPr marL="0" marR="0" lvl="0" indent="0" algn="ctr">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10 – 19 years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14 (9.3)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6"/>
                  </a:ext>
                </a:extLst>
              </a:tr>
              <a:tr h="370840">
                <a:tc>
                  <a:txBody>
                    <a:bodyPr/>
                    <a:lstStyle/>
                    <a:p>
                      <a:pPr marL="0" marR="0" lvl="0" indent="0" algn="ctr">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20 – 59 years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71 (47.3)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7"/>
                  </a:ext>
                </a:extLst>
              </a:tr>
              <a:tr h="370840">
                <a:tc>
                  <a:txBody>
                    <a:bodyPr/>
                    <a:lstStyle/>
                    <a:p>
                      <a:pPr marL="0" marR="0" lvl="0" indent="0" algn="ctr">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60+ years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40 (26.0)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8"/>
                  </a:ext>
                </a:extLst>
              </a:tr>
              <a:tr h="370840">
                <a:tc>
                  <a:txBody>
                    <a:bodyPr/>
                    <a:lstStyle/>
                    <a:p>
                      <a:pPr marL="0" marR="0" algn="l">
                        <a:lnSpc>
                          <a:spcPct val="107000"/>
                        </a:lnSpc>
                        <a:spcBef>
                          <a:spcPts val="0"/>
                        </a:spcBef>
                        <a:spcAft>
                          <a:spcPts val="0"/>
                        </a:spcAft>
                      </a:pPr>
                      <a:r>
                        <a:rPr lang="en-GB" sz="12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GB" sz="12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3720493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6872"/>
          </a:xfrm>
        </p:spPr>
        <p:txBody>
          <a:bodyPr/>
          <a:lstStyle/>
          <a:p>
            <a:r>
              <a:rPr lang="en-GB" b="1" dirty="0"/>
              <a:t> RESULTS								2/5</a:t>
            </a:r>
            <a:endParaRPr lang="en-US" b="1" dirty="0"/>
          </a:p>
        </p:txBody>
      </p:sp>
      <p:sp>
        <p:nvSpPr>
          <p:cNvPr id="3" name="Content Placeholder 2"/>
          <p:cNvSpPr>
            <a:spLocks noGrp="1"/>
          </p:cNvSpPr>
          <p:nvPr>
            <p:ph idx="1"/>
          </p:nvPr>
        </p:nvSpPr>
        <p:spPr>
          <a:xfrm>
            <a:off x="838200" y="1473565"/>
            <a:ext cx="10515600" cy="4703398"/>
          </a:xfrm>
        </p:spPr>
        <p:txBody>
          <a:bodyPr/>
          <a:lstStyle/>
          <a:p>
            <a:pPr marL="0" indent="0">
              <a:buNone/>
            </a:pPr>
            <a:r>
              <a:rPr lang="en-GB" dirty="0"/>
              <a:t>  Table 2: Type and number of diagnosis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76217557"/>
              </p:ext>
            </p:extLst>
          </p:nvPr>
        </p:nvGraphicFramePr>
        <p:xfrm>
          <a:off x="1216074" y="2418902"/>
          <a:ext cx="9763304" cy="3889629"/>
        </p:xfrm>
        <a:graphic>
          <a:graphicData uri="http://schemas.openxmlformats.org/drawingml/2006/table">
            <a:tbl>
              <a:tblPr firstRow="1" bandRow="1">
                <a:tableStyleId>{5C22544A-7EE6-4342-B048-85BDC9FD1C3A}</a:tableStyleId>
              </a:tblPr>
              <a:tblGrid>
                <a:gridCol w="4322953">
                  <a:extLst>
                    <a:ext uri="{9D8B030D-6E8A-4147-A177-3AD203B41FA5}">
                      <a16:colId xmlns:a16="http://schemas.microsoft.com/office/drawing/2014/main" xmlns="" val="20000"/>
                    </a:ext>
                  </a:extLst>
                </a:gridCol>
                <a:gridCol w="5440351">
                  <a:extLst>
                    <a:ext uri="{9D8B030D-6E8A-4147-A177-3AD203B41FA5}">
                      <a16:colId xmlns:a16="http://schemas.microsoft.com/office/drawing/2014/main" xmlns="" val="20001"/>
                    </a:ext>
                  </a:extLst>
                </a:gridCol>
              </a:tblGrid>
              <a:tr h="432589">
                <a:tc>
                  <a:txBody>
                    <a:bodyPr/>
                    <a:lstStyle/>
                    <a:p>
                      <a:pPr marL="0" marR="0" algn="l">
                        <a:lnSpc>
                          <a:spcPct val="107000"/>
                        </a:lnSpc>
                        <a:spcBef>
                          <a:spcPts val="0"/>
                        </a:spcBef>
                        <a:spcAft>
                          <a:spcPts val="0"/>
                        </a:spcAft>
                      </a:pPr>
                      <a:r>
                        <a:rPr lang="en-GB" sz="2400" b="1" dirty="0">
                          <a:effectLst/>
                          <a:latin typeface="Calibri" panose="020F0502020204030204" pitchFamily="34" charset="0"/>
                          <a:ea typeface="Times New Roman" panose="02020603050405020304" pitchFamily="18" charset="0"/>
                          <a:cs typeface="Times New Roman" panose="02020603050405020304" pitchFamily="18" charset="0"/>
                        </a:rPr>
                        <a:t>Type of diagnosis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GB" sz="2400" b="1" dirty="0">
                          <a:effectLst/>
                          <a:latin typeface="Calibri" panose="020F0502020204030204" pitchFamily="34" charset="0"/>
                          <a:ea typeface="Times New Roman" panose="02020603050405020304" pitchFamily="18" charset="0"/>
                          <a:cs typeface="Times New Roman" panose="02020603050405020304" pitchFamily="18" charset="0"/>
                        </a:rPr>
                        <a:t>Prescription error forms analysed </a:t>
                      </a: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 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432589">
                <a:tc>
                  <a:txBody>
                    <a:bodyPr/>
                    <a:lstStyle/>
                    <a:p>
                      <a:pPr marL="0" marR="0" lvl="0" indent="0" algn="l">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Acute</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85 (56.7)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432589">
                <a:tc>
                  <a:txBody>
                    <a:bodyPr/>
                    <a:lstStyle/>
                    <a:p>
                      <a:pPr marL="0" marR="0" lvl="0" indent="0" algn="l">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Chronic</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52 (34.7)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r h="432589">
                <a:tc>
                  <a:txBody>
                    <a:bodyPr/>
                    <a:lstStyle/>
                    <a:p>
                      <a:pPr marL="0" marR="0" lvl="0" indent="0" algn="l">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Acute and Chronic</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13 (8.6)</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3"/>
                  </a:ext>
                </a:extLst>
              </a:tr>
              <a:tr h="432589">
                <a:tc>
                  <a:txBody>
                    <a:bodyPr/>
                    <a:lstStyle/>
                    <a:p>
                      <a:pPr marL="0" marR="0" algn="l">
                        <a:lnSpc>
                          <a:spcPct val="107000"/>
                        </a:lnSpc>
                        <a:spcBef>
                          <a:spcPts val="0"/>
                        </a:spcBef>
                        <a:spcAft>
                          <a:spcPts val="0"/>
                        </a:spcAft>
                      </a:pPr>
                      <a:r>
                        <a:rPr lang="en-GB" sz="2400" b="1">
                          <a:effectLst/>
                          <a:latin typeface="Calibri" panose="020F0502020204030204" pitchFamily="34" charset="0"/>
                          <a:ea typeface="Times New Roman" panose="02020603050405020304" pitchFamily="18" charset="0"/>
                          <a:cs typeface="Times New Roman" panose="02020603050405020304" pitchFamily="18" charset="0"/>
                        </a:rPr>
                        <a:t>Number of diagnosis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4"/>
                  </a:ext>
                </a:extLst>
              </a:tr>
              <a:tr h="432589">
                <a:tc>
                  <a:txBody>
                    <a:bodyPr/>
                    <a:lstStyle/>
                    <a:p>
                      <a:pPr marL="0" marR="0" lvl="0" indent="0" algn="l">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1 - 2</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129 (86)</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5"/>
                  </a:ext>
                </a:extLst>
              </a:tr>
              <a:tr h="432589">
                <a:tc>
                  <a:txBody>
                    <a:bodyPr/>
                    <a:lstStyle/>
                    <a:p>
                      <a:pPr marL="0" marR="0" lvl="0" indent="0" algn="l">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3 - 4</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19 (12.7)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6"/>
                  </a:ext>
                </a:extLst>
              </a:tr>
              <a:tr h="432589">
                <a:tc>
                  <a:txBody>
                    <a:bodyPr/>
                    <a:lstStyle/>
                    <a:p>
                      <a:pPr marL="0" marR="0" lvl="0" indent="0" algn="l">
                        <a:spcBef>
                          <a:spcPts val="0"/>
                        </a:spcBef>
                        <a:spcAft>
                          <a:spcPts val="0"/>
                        </a:spcAft>
                        <a:buFont typeface="Cambria" panose="02040503050406030204" pitchFamily="18" charset="0"/>
                        <a:buNone/>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5 - 6</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400" dirty="0">
                          <a:effectLst/>
                          <a:latin typeface="Calibri" panose="020F0502020204030204" pitchFamily="34" charset="0"/>
                          <a:ea typeface="Times New Roman" panose="02020603050405020304" pitchFamily="18" charset="0"/>
                          <a:cs typeface="Times New Roman" panose="02020603050405020304" pitchFamily="18" charset="0"/>
                        </a:rPr>
                        <a:t>2 (1.3)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7"/>
                  </a:ext>
                </a:extLst>
              </a:tr>
              <a:tr h="428917">
                <a:tc>
                  <a:txBody>
                    <a:bodyPr/>
                    <a:lstStyle/>
                    <a:p>
                      <a:endParaRPr lang="en-US"/>
                    </a:p>
                  </a:txBody>
                  <a:tcPr/>
                </a:tc>
                <a:tc>
                  <a:txBody>
                    <a:bodyPr/>
                    <a:lstStyle/>
                    <a:p>
                      <a:endParaRPr lang="en-US" dirty="0"/>
                    </a:p>
                  </a:txBody>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3933629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0294"/>
          </a:xfrm>
        </p:spPr>
        <p:txBody>
          <a:bodyPr/>
          <a:lstStyle/>
          <a:p>
            <a:r>
              <a:rPr lang="en-GB" b="1" dirty="0"/>
              <a:t> RESULTS								3/5</a:t>
            </a:r>
            <a:endParaRPr lang="en-US" b="1" dirty="0"/>
          </a:p>
        </p:txBody>
      </p:sp>
      <p:sp>
        <p:nvSpPr>
          <p:cNvPr id="3" name="Content Placeholder 2"/>
          <p:cNvSpPr>
            <a:spLocks noGrp="1"/>
          </p:cNvSpPr>
          <p:nvPr>
            <p:ph idx="1"/>
          </p:nvPr>
        </p:nvSpPr>
        <p:spPr>
          <a:xfrm>
            <a:off x="838200" y="1394624"/>
            <a:ext cx="10515600" cy="4782339"/>
          </a:xfrm>
        </p:spPr>
        <p:txBody>
          <a:bodyPr/>
          <a:lstStyle/>
          <a:p>
            <a:pPr marL="0" indent="0">
              <a:buNone/>
            </a:pPr>
            <a:r>
              <a:rPr lang="en-US" sz="2000" dirty="0"/>
              <a:t>   </a:t>
            </a:r>
            <a:r>
              <a:rPr lang="en-US" dirty="0"/>
              <a:t>Table 3. Prescription errors categorized by class/category of</a:t>
            </a:r>
          </a:p>
          <a:p>
            <a:pPr marL="0" indent="0">
              <a:buNone/>
            </a:pPr>
            <a:r>
              <a:rPr lang="en-US" dirty="0"/>
              <a:t>                 prescribers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66949350"/>
              </p:ext>
            </p:extLst>
          </p:nvPr>
        </p:nvGraphicFramePr>
        <p:xfrm>
          <a:off x="1187936" y="2526111"/>
          <a:ext cx="10024014" cy="3782591"/>
        </p:xfrm>
        <a:graphic>
          <a:graphicData uri="http://schemas.openxmlformats.org/drawingml/2006/table">
            <a:tbl>
              <a:tblPr firstRow="1" bandRow="1">
                <a:tableStyleId>{5C22544A-7EE6-4342-B048-85BDC9FD1C3A}</a:tableStyleId>
              </a:tblPr>
              <a:tblGrid>
                <a:gridCol w="1724076">
                  <a:extLst>
                    <a:ext uri="{9D8B030D-6E8A-4147-A177-3AD203B41FA5}">
                      <a16:colId xmlns:a16="http://schemas.microsoft.com/office/drawing/2014/main" xmlns="" val="20000"/>
                    </a:ext>
                  </a:extLst>
                </a:gridCol>
                <a:gridCol w="1617262">
                  <a:extLst>
                    <a:ext uri="{9D8B030D-6E8A-4147-A177-3AD203B41FA5}">
                      <a16:colId xmlns:a16="http://schemas.microsoft.com/office/drawing/2014/main" xmlns="" val="20001"/>
                    </a:ext>
                  </a:extLst>
                </a:gridCol>
                <a:gridCol w="1670669">
                  <a:extLst>
                    <a:ext uri="{9D8B030D-6E8A-4147-A177-3AD203B41FA5}">
                      <a16:colId xmlns:a16="http://schemas.microsoft.com/office/drawing/2014/main" xmlns="" val="20002"/>
                    </a:ext>
                  </a:extLst>
                </a:gridCol>
                <a:gridCol w="1670669">
                  <a:extLst>
                    <a:ext uri="{9D8B030D-6E8A-4147-A177-3AD203B41FA5}">
                      <a16:colId xmlns:a16="http://schemas.microsoft.com/office/drawing/2014/main" xmlns="" val="20003"/>
                    </a:ext>
                  </a:extLst>
                </a:gridCol>
                <a:gridCol w="1670669">
                  <a:extLst>
                    <a:ext uri="{9D8B030D-6E8A-4147-A177-3AD203B41FA5}">
                      <a16:colId xmlns:a16="http://schemas.microsoft.com/office/drawing/2014/main" xmlns="" val="20004"/>
                    </a:ext>
                  </a:extLst>
                </a:gridCol>
                <a:gridCol w="1670669">
                  <a:extLst>
                    <a:ext uri="{9D8B030D-6E8A-4147-A177-3AD203B41FA5}">
                      <a16:colId xmlns:a16="http://schemas.microsoft.com/office/drawing/2014/main" xmlns="" val="20005"/>
                    </a:ext>
                  </a:extLst>
                </a:gridCol>
              </a:tblGrid>
              <a:tr h="2081433">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Prescription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Errors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Physician Assistants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Medical Doctors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Nurses / Nurse prescribers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Others*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Total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800762">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Frequency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93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41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150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900396">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Percentage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62.0 %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27.3 %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5.3 %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a:effectLst/>
                          <a:latin typeface="Calibri" panose="020F0502020204030204" pitchFamily="34" charset="0"/>
                          <a:ea typeface="Times New Roman" panose="02020603050405020304" pitchFamily="18" charset="0"/>
                          <a:cs typeface="Times New Roman" panose="02020603050405020304" pitchFamily="18" charset="0"/>
                        </a:rPr>
                        <a:t>5.3 %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2000" dirty="0">
                          <a:effectLst/>
                          <a:latin typeface="Calibri" panose="020F0502020204030204" pitchFamily="34" charset="0"/>
                          <a:ea typeface="Times New Roman" panose="02020603050405020304" pitchFamily="18" charset="0"/>
                          <a:cs typeface="Times New Roman" panose="02020603050405020304" pitchFamily="18" charset="0"/>
                        </a:rPr>
                        <a:t>100 %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841954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a:bodyPr>
          <a:lstStyle/>
          <a:p>
            <a:r>
              <a:rPr lang="en-GB" b="1" dirty="0"/>
              <a:t> RESULTS								4/5</a:t>
            </a:r>
            <a:endParaRPr lang="en-US" b="1" dirty="0"/>
          </a:p>
        </p:txBody>
      </p:sp>
      <p:sp>
        <p:nvSpPr>
          <p:cNvPr id="3" name="Content Placeholder 2"/>
          <p:cNvSpPr>
            <a:spLocks noGrp="1"/>
          </p:cNvSpPr>
          <p:nvPr>
            <p:ph idx="1"/>
          </p:nvPr>
        </p:nvSpPr>
        <p:spPr>
          <a:xfrm>
            <a:off x="838200" y="1110344"/>
            <a:ext cx="10515600" cy="5066619"/>
          </a:xfrm>
        </p:spPr>
        <p:txBody>
          <a:bodyPr/>
          <a:lstStyle/>
          <a:p>
            <a:pPr marL="0" indent="0">
              <a:buNone/>
            </a:pPr>
            <a:r>
              <a:rPr lang="en-US" dirty="0"/>
              <a:t>	Fig 1 :Categorization of prescription errors</a:t>
            </a:r>
          </a:p>
          <a:p>
            <a:endParaRPr lang="en-US" dirty="0"/>
          </a:p>
        </p:txBody>
      </p:sp>
      <p:pic>
        <p:nvPicPr>
          <p:cNvPr id="4" name="Picture 3">
            <a:extLst>
              <a:ext uri="{FF2B5EF4-FFF2-40B4-BE49-F238E27FC236}">
                <a16:creationId xmlns:a16="http://schemas.microsoft.com/office/drawing/2014/main" xmlns="" id="{690E3261-ED98-4CC8-9DBE-79185376855E}"/>
              </a:ext>
            </a:extLst>
          </p:cNvPr>
          <p:cNvPicPr/>
          <p:nvPr/>
        </p:nvPicPr>
        <p:blipFill>
          <a:blip r:embed="rId2"/>
          <a:stretch>
            <a:fillRect/>
          </a:stretch>
        </p:blipFill>
        <p:spPr>
          <a:xfrm>
            <a:off x="1388046" y="1652837"/>
            <a:ext cx="9192868" cy="5066619"/>
          </a:xfrm>
          <a:prstGeom prst="rect">
            <a:avLst/>
          </a:prstGeom>
          <a:noFill/>
          <a:ln w="9525" cap="flat" cmpd="sng" algn="ctr">
            <a:solidFill>
              <a:schemeClr val="dk1"/>
            </a:solidFill>
            <a:prstDash val="solid"/>
            <a:round/>
            <a:headEnd type="none" w="med" len="med"/>
            <a:tailEnd type="none" w="med" len="med"/>
          </a:ln>
        </p:spPr>
      </p:pic>
    </p:spTree>
    <p:extLst>
      <p:ext uri="{BB962C8B-B14F-4D97-AF65-F5344CB8AC3E}">
        <p14:creationId xmlns:p14="http://schemas.microsoft.com/office/powerpoint/2010/main" val="537757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Autofit/>
          </a:bodyPr>
          <a:lstStyle/>
          <a:p>
            <a:r>
              <a:rPr lang="en-GB" dirty="0"/>
              <a:t> </a:t>
            </a:r>
            <a:r>
              <a:rPr lang="en-GB" b="1" dirty="0"/>
              <a:t>RESULTS							5/5</a:t>
            </a:r>
            <a:endParaRPr lang="en-US" b="1" dirty="0"/>
          </a:p>
        </p:txBody>
      </p:sp>
      <p:sp>
        <p:nvSpPr>
          <p:cNvPr id="3" name="Content Placeholder 2"/>
          <p:cNvSpPr>
            <a:spLocks noGrp="1"/>
          </p:cNvSpPr>
          <p:nvPr>
            <p:ph idx="1"/>
          </p:nvPr>
        </p:nvSpPr>
        <p:spPr>
          <a:xfrm>
            <a:off x="838200" y="1018904"/>
            <a:ext cx="10515600" cy="5158059"/>
          </a:xfrm>
        </p:spPr>
        <p:txBody>
          <a:bodyPr/>
          <a:lstStyle/>
          <a:p>
            <a:pPr marL="0" indent="0">
              <a:buNone/>
            </a:pPr>
            <a:r>
              <a:rPr lang="en-US" dirty="0"/>
              <a:t>  Table 4: Cost of prescription errors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346408552"/>
              </p:ext>
            </p:extLst>
          </p:nvPr>
        </p:nvGraphicFramePr>
        <p:xfrm>
          <a:off x="1105175" y="1567872"/>
          <a:ext cx="10037442" cy="4924999"/>
        </p:xfrm>
        <a:graphic>
          <a:graphicData uri="http://schemas.openxmlformats.org/drawingml/2006/table">
            <a:tbl>
              <a:tblPr firstRow="1" bandRow="1">
                <a:tableStyleId>{5C22544A-7EE6-4342-B048-85BDC9FD1C3A}</a:tableStyleId>
              </a:tblPr>
              <a:tblGrid>
                <a:gridCol w="3345814">
                  <a:extLst>
                    <a:ext uri="{9D8B030D-6E8A-4147-A177-3AD203B41FA5}">
                      <a16:colId xmlns:a16="http://schemas.microsoft.com/office/drawing/2014/main" xmlns="" val="20000"/>
                    </a:ext>
                  </a:extLst>
                </a:gridCol>
                <a:gridCol w="3345814">
                  <a:extLst>
                    <a:ext uri="{9D8B030D-6E8A-4147-A177-3AD203B41FA5}">
                      <a16:colId xmlns:a16="http://schemas.microsoft.com/office/drawing/2014/main" xmlns="" val="20001"/>
                    </a:ext>
                  </a:extLst>
                </a:gridCol>
                <a:gridCol w="3345814">
                  <a:extLst>
                    <a:ext uri="{9D8B030D-6E8A-4147-A177-3AD203B41FA5}">
                      <a16:colId xmlns:a16="http://schemas.microsoft.com/office/drawing/2014/main" xmlns="" val="20002"/>
                    </a:ext>
                  </a:extLst>
                </a:gridCol>
              </a:tblGrid>
              <a:tr h="810329">
                <a:tc>
                  <a:txBody>
                    <a:bodyPr/>
                    <a:lstStyle/>
                    <a:p>
                      <a:pPr marL="0" marR="0" algn="l">
                        <a:lnSpc>
                          <a:spcPct val="107000"/>
                        </a:lnSpc>
                        <a:spcBef>
                          <a:spcPts val="0"/>
                        </a:spcBef>
                        <a:spcAft>
                          <a:spcPts val="6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DIAGNOSIS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tc>
                <a:tc>
                  <a:txBody>
                    <a:bodyPr/>
                    <a:lstStyle/>
                    <a:p>
                      <a:pPr marL="0" marR="0" algn="l">
                        <a:lnSpc>
                          <a:spcPct val="107000"/>
                        </a:lnSpc>
                        <a:spcBef>
                          <a:spcPts val="0"/>
                        </a:spcBef>
                        <a:spcAft>
                          <a:spcPts val="6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COST OF MEDICATION ERROR (GHC)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tc>
                <a:tc>
                  <a:txBody>
                    <a:bodyPr/>
                    <a:lstStyle/>
                    <a:p>
                      <a:pPr marL="0" marR="0" algn="l">
                        <a:lnSpc>
                          <a:spcPct val="107000"/>
                        </a:lnSpc>
                        <a:spcBef>
                          <a:spcPts val="0"/>
                        </a:spcBef>
                        <a:spcAft>
                          <a:spcPts val="6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COST SAVINGS AFTER INTERVENTION (GHC)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tc>
                <a:extLst>
                  <a:ext uri="{0D108BD9-81ED-4DB2-BD59-A6C34878D82A}">
                    <a16:rowId xmlns:a16="http://schemas.microsoft.com/office/drawing/2014/main" xmlns="" val="10000"/>
                  </a:ext>
                </a:extLst>
              </a:tr>
              <a:tr h="459802">
                <a:tc>
                  <a:txBody>
                    <a:bodyPr/>
                    <a:lstStyle/>
                    <a:p>
                      <a:pPr marL="0" marR="0" algn="l">
                        <a:lnSpc>
                          <a:spcPct val="107000"/>
                        </a:lnSpc>
                        <a:spcBef>
                          <a:spcPts val="0"/>
                        </a:spcBef>
                        <a:spcAft>
                          <a:spcPts val="600"/>
                        </a:spcAft>
                      </a:pPr>
                      <a:r>
                        <a:rPr lang="en-US" sz="2000">
                          <a:effectLst/>
                          <a:latin typeface="Calibri" panose="020F0502020204030204" pitchFamily="34" charset="0"/>
                          <a:ea typeface="Calibri" panose="020F0502020204030204" pitchFamily="34" charset="0"/>
                          <a:cs typeface="Times New Roman" panose="02020603050405020304" pitchFamily="18" charset="0"/>
                        </a:rPr>
                        <a:t>Diabetes</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15,848.56</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15,454.1</a:t>
                      </a:r>
                    </a:p>
                  </a:txBody>
                  <a:tcPr marL="9525" marR="9525" marT="9525" marB="0" anchor="b"/>
                </a:tc>
                <a:extLst>
                  <a:ext uri="{0D108BD9-81ED-4DB2-BD59-A6C34878D82A}">
                    <a16:rowId xmlns:a16="http://schemas.microsoft.com/office/drawing/2014/main" xmlns="" val="10001"/>
                  </a:ext>
                </a:extLst>
              </a:tr>
              <a:tr h="459802">
                <a:tc>
                  <a:txBody>
                    <a:bodyPr/>
                    <a:lstStyle/>
                    <a:p>
                      <a:pPr marL="0" marR="0" algn="l">
                        <a:lnSpc>
                          <a:spcPct val="107000"/>
                        </a:lnSpc>
                        <a:spcBef>
                          <a:spcPts val="0"/>
                        </a:spcBef>
                        <a:spcAft>
                          <a:spcPts val="600"/>
                        </a:spcAft>
                      </a:pPr>
                      <a:r>
                        <a:rPr lang="en-US" sz="2000">
                          <a:effectLst/>
                          <a:latin typeface="Calibri" panose="020F0502020204030204" pitchFamily="34" charset="0"/>
                          <a:ea typeface="Calibri" panose="020F0502020204030204" pitchFamily="34" charset="0"/>
                          <a:cs typeface="Times New Roman" panose="02020603050405020304" pitchFamily="18" charset="0"/>
                        </a:rPr>
                        <a:t>Hypertension</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853.04</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276.62</a:t>
                      </a:r>
                    </a:p>
                  </a:txBody>
                  <a:tcPr marL="9525" marR="9525" marT="9525" marB="0" anchor="b"/>
                </a:tc>
                <a:extLst>
                  <a:ext uri="{0D108BD9-81ED-4DB2-BD59-A6C34878D82A}">
                    <a16:rowId xmlns:a16="http://schemas.microsoft.com/office/drawing/2014/main" xmlns="" val="10002"/>
                  </a:ext>
                </a:extLst>
              </a:tr>
              <a:tr h="459802">
                <a:tc>
                  <a:txBody>
                    <a:bodyPr/>
                    <a:lstStyle/>
                    <a:p>
                      <a:pPr marL="0" marR="0" algn="l">
                        <a:lnSpc>
                          <a:spcPct val="107000"/>
                        </a:lnSpc>
                        <a:spcBef>
                          <a:spcPts val="0"/>
                        </a:spcBef>
                        <a:spcAft>
                          <a:spcPts val="600"/>
                        </a:spcAft>
                      </a:pPr>
                      <a:r>
                        <a:rPr lang="en-US" sz="2000">
                          <a:effectLst/>
                          <a:latin typeface="Calibri" panose="020F0502020204030204" pitchFamily="34" charset="0"/>
                          <a:ea typeface="Calibri" panose="020F0502020204030204" pitchFamily="34" charset="0"/>
                          <a:cs typeface="Times New Roman" panose="02020603050405020304" pitchFamily="18" charset="0"/>
                        </a:rPr>
                        <a:t>Gastro Intestinal Disorders</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212.11</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132.75</a:t>
                      </a:r>
                    </a:p>
                  </a:txBody>
                  <a:tcPr marL="9525" marR="9525" marT="9525" marB="0" anchor="b"/>
                </a:tc>
                <a:extLst>
                  <a:ext uri="{0D108BD9-81ED-4DB2-BD59-A6C34878D82A}">
                    <a16:rowId xmlns:a16="http://schemas.microsoft.com/office/drawing/2014/main" xmlns="" val="10003"/>
                  </a:ext>
                </a:extLst>
              </a:tr>
              <a:tr h="459802">
                <a:tc>
                  <a:txBody>
                    <a:bodyPr/>
                    <a:lstStyle/>
                    <a:p>
                      <a:pPr marL="0" marR="0" algn="l">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Urinary Tract infections</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415.29</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231.56</a:t>
                      </a:r>
                    </a:p>
                  </a:txBody>
                  <a:tcPr marL="9525" marR="9525" marT="9525" marB="0" anchor="b"/>
                </a:tc>
                <a:extLst>
                  <a:ext uri="{0D108BD9-81ED-4DB2-BD59-A6C34878D82A}">
                    <a16:rowId xmlns:a16="http://schemas.microsoft.com/office/drawing/2014/main" xmlns="" val="10004"/>
                  </a:ext>
                </a:extLst>
              </a:tr>
              <a:tr h="459802">
                <a:tc>
                  <a:txBody>
                    <a:bodyPr/>
                    <a:lstStyle/>
                    <a:p>
                      <a:pPr marL="0" marR="0" algn="l">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Respiratory Tract Infection</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450.78</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325.08</a:t>
                      </a:r>
                    </a:p>
                  </a:txBody>
                  <a:tcPr marL="9525" marR="9525" marT="9525" marB="0" anchor="b"/>
                </a:tc>
                <a:extLst>
                  <a:ext uri="{0D108BD9-81ED-4DB2-BD59-A6C34878D82A}">
                    <a16:rowId xmlns:a16="http://schemas.microsoft.com/office/drawing/2014/main" xmlns="" val="10005"/>
                  </a:ext>
                </a:extLst>
              </a:tr>
              <a:tr h="459802">
                <a:tc>
                  <a:txBody>
                    <a:bodyPr/>
                    <a:lstStyle/>
                    <a:p>
                      <a:pPr marL="0" marR="0" algn="l">
                        <a:lnSpc>
                          <a:spcPct val="107000"/>
                        </a:lnSpc>
                        <a:spcBef>
                          <a:spcPts val="0"/>
                        </a:spcBef>
                        <a:spcAft>
                          <a:spcPts val="600"/>
                        </a:spcAft>
                      </a:pPr>
                      <a:r>
                        <a:rPr lang="en-US" sz="2000">
                          <a:effectLst/>
                          <a:latin typeface="Calibri" panose="020F0502020204030204" pitchFamily="34" charset="0"/>
                          <a:ea typeface="Calibri" panose="020F0502020204030204" pitchFamily="34" charset="0"/>
                          <a:cs typeface="Times New Roman" panose="02020603050405020304" pitchFamily="18" charset="0"/>
                        </a:rPr>
                        <a:t>*Others</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720.75</a:t>
                      </a:r>
                    </a:p>
                  </a:txBody>
                  <a:tcPr marL="9525" marR="9525" marT="9525" marB="0" anchor="b"/>
                </a:tc>
                <a:tc>
                  <a:txBody>
                    <a:bodyPr/>
                    <a:lstStyle/>
                    <a:p>
                      <a:pPr marL="0" marR="0" algn="ctr">
                        <a:lnSpc>
                          <a:spcPct val="107000"/>
                        </a:lnSpc>
                        <a:spcBef>
                          <a:spcPts val="0"/>
                        </a:spcBef>
                        <a:spcAft>
                          <a:spcPts val="6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501.78</a:t>
                      </a:r>
                    </a:p>
                  </a:txBody>
                  <a:tcPr marL="9525" marR="9525" marT="9525" marB="0" anchor="b"/>
                </a:tc>
                <a:extLst>
                  <a:ext uri="{0D108BD9-81ED-4DB2-BD59-A6C34878D82A}">
                    <a16:rowId xmlns:a16="http://schemas.microsoft.com/office/drawing/2014/main" xmlns="" val="10006"/>
                  </a:ext>
                </a:extLst>
              </a:tr>
              <a:tr h="459802">
                <a:tc>
                  <a:txBody>
                    <a:bodyPr/>
                    <a:lstStyle/>
                    <a:p>
                      <a:pPr marL="0" marR="0" algn="l">
                        <a:lnSpc>
                          <a:spcPct val="107000"/>
                        </a:lnSpc>
                        <a:spcBef>
                          <a:spcPts val="0"/>
                        </a:spcBef>
                        <a:spcAft>
                          <a:spcPts val="6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TOTAL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tc>
                <a:tc>
                  <a:txBody>
                    <a:bodyPr/>
                    <a:lstStyle/>
                    <a:p>
                      <a:pPr marL="0" marR="0" algn="ctr">
                        <a:lnSpc>
                          <a:spcPct val="107000"/>
                        </a:lnSpc>
                        <a:spcBef>
                          <a:spcPts val="0"/>
                        </a:spcBef>
                        <a:spcAft>
                          <a:spcPts val="6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18,500.53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tc>
                <a:tc>
                  <a:txBody>
                    <a:bodyPr/>
                    <a:lstStyle/>
                    <a:p>
                      <a:pPr marL="0" marR="0" algn="ctr">
                        <a:lnSpc>
                          <a:spcPct val="107000"/>
                        </a:lnSpc>
                        <a:spcBef>
                          <a:spcPts val="0"/>
                        </a:spcBef>
                        <a:spcAft>
                          <a:spcPts val="60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16,921.89</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tc>
                <a:extLst>
                  <a:ext uri="{0D108BD9-81ED-4DB2-BD59-A6C34878D82A}">
                    <a16:rowId xmlns:a16="http://schemas.microsoft.com/office/drawing/2014/main" xmlns="" val="10007"/>
                  </a:ext>
                </a:extLst>
              </a:tr>
              <a:tr h="896056">
                <a:tc gridSpan="3">
                  <a:txBody>
                    <a:bodyPr/>
                    <a:lstStyle/>
                    <a:p>
                      <a:pPr marL="0" marR="0" algn="l">
                        <a:lnSpc>
                          <a:spcPct val="107000"/>
                        </a:lnSpc>
                        <a:spcBef>
                          <a:spcPts val="0"/>
                        </a:spcBef>
                        <a:spcAft>
                          <a:spcPts val="6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*Others include: Septic Arthritis, vagina candidiasis, cellulitis, dermatitis,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muscoskeletal</a:t>
                      </a:r>
                      <a:r>
                        <a:rPr lang="en-US" sz="1600" dirty="0">
                          <a:effectLst/>
                          <a:latin typeface="Calibri" panose="020F0502020204030204" pitchFamily="34" charset="0"/>
                          <a:ea typeface="Calibri" panose="020F0502020204030204" pitchFamily="34" charset="0"/>
                          <a:cs typeface="Times New Roman" panose="02020603050405020304" pitchFamily="18" charset="0"/>
                        </a:rPr>
                        <a:t> pain, furunculosis,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pruritis</a:t>
                      </a:r>
                      <a:r>
                        <a:rPr lang="en-US" sz="1600" dirty="0">
                          <a:effectLst/>
                          <a:latin typeface="Calibri" panose="020F0502020204030204" pitchFamily="34" charset="0"/>
                          <a:ea typeface="Calibri" panose="020F0502020204030204" pitchFamily="34" charset="0"/>
                          <a:cs typeface="Times New Roman" panose="02020603050405020304" pitchFamily="18" charset="0"/>
                        </a:rPr>
                        <a:t>, Retroviral Infection, Lumbago, Insomnia, hyperthyroidism</a:t>
                      </a:r>
                    </a:p>
                    <a:p>
                      <a:pPr marL="0" marR="0" algn="l">
                        <a:lnSpc>
                          <a:spcPct val="107000"/>
                        </a:lnSpc>
                        <a:spcBef>
                          <a:spcPts val="0"/>
                        </a:spcBef>
                        <a:spcAft>
                          <a:spcPts val="6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*GHC = Ghana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cedis</a:t>
                      </a:r>
                      <a:r>
                        <a:rPr lang="en-US" sz="1600" dirty="0">
                          <a:effectLst/>
                          <a:latin typeface="Calibri" panose="020F0502020204030204" pitchFamily="34" charset="0"/>
                          <a:ea typeface="Calibri" panose="020F0502020204030204" pitchFamily="34" charset="0"/>
                          <a:cs typeface="Times New Roman" panose="02020603050405020304" pitchFamily="18" charset="0"/>
                        </a:rPr>
                        <a:t>, 1 USD = 5.39 GHC</a:t>
                      </a:r>
                    </a:p>
                  </a:txBody>
                  <a:tcPr marL="9525" marR="9525" marT="9525"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2104415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normAutofit fontScale="90000"/>
          </a:bodyPr>
          <a:lstStyle/>
          <a:p>
            <a:pPr algn="ctr"/>
            <a:r>
              <a:rPr lang="en-US" b="1" dirty="0"/>
              <a:t>  </a:t>
            </a:r>
            <a:br>
              <a:rPr lang="en-US" b="1" dirty="0"/>
            </a:br>
            <a:r>
              <a:rPr lang="en-US" b="1" dirty="0"/>
              <a:t>DISCUSSION								1/6								</a:t>
            </a:r>
            <a:endParaRPr lang="en-US" dirty="0"/>
          </a:p>
        </p:txBody>
      </p:sp>
      <p:graphicFrame>
        <p:nvGraphicFramePr>
          <p:cNvPr id="4" name="Content Placeholder 3">
            <a:extLst>
              <a:ext uri="{FF2B5EF4-FFF2-40B4-BE49-F238E27FC236}">
                <a16:creationId xmlns:a16="http://schemas.microsoft.com/office/drawing/2014/main" xmlns="" id="{C24A0FEC-5168-4848-ABE8-6E3422271E1F}"/>
              </a:ext>
            </a:extLst>
          </p:cNvPr>
          <p:cNvGraphicFramePr>
            <a:graphicFrameLocks noGrp="1"/>
          </p:cNvGraphicFramePr>
          <p:nvPr>
            <p:ph idx="1"/>
            <p:extLst>
              <p:ext uri="{D42A27DB-BD31-4B8C-83A1-F6EECF244321}">
                <p14:modId xmlns:p14="http://schemas.microsoft.com/office/powerpoint/2010/main" val="3943158298"/>
              </p:ext>
            </p:extLst>
          </p:nvPr>
        </p:nvGraphicFramePr>
        <p:xfrm>
          <a:off x="313509" y="1306286"/>
          <a:ext cx="11482251" cy="5381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6281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0290"/>
          </a:xfrm>
        </p:spPr>
        <p:txBody>
          <a:bodyPr>
            <a:normAutofit fontScale="90000"/>
          </a:bodyPr>
          <a:lstStyle/>
          <a:p>
            <a:pPr algn="ctr"/>
            <a:r>
              <a:rPr lang="en-GB" dirty="0"/>
              <a:t/>
            </a:r>
            <a:br>
              <a:rPr lang="en-GB" dirty="0"/>
            </a:br>
            <a:r>
              <a:rPr lang="en-GB" b="1" dirty="0"/>
              <a:t>DISCUSSION								2/6	</a:t>
            </a:r>
            <a:r>
              <a:rPr lang="en-GB" dirty="0"/>
              <a:t>					</a:t>
            </a:r>
            <a:endParaRPr lang="en-US" dirty="0"/>
          </a:p>
        </p:txBody>
      </p:sp>
      <p:graphicFrame>
        <p:nvGraphicFramePr>
          <p:cNvPr id="4" name="Content Placeholder 3">
            <a:extLst>
              <a:ext uri="{FF2B5EF4-FFF2-40B4-BE49-F238E27FC236}">
                <a16:creationId xmlns:a16="http://schemas.microsoft.com/office/drawing/2014/main" xmlns="" id="{01B8CFE1-D627-46ED-B256-7A40BF05138A}"/>
              </a:ext>
            </a:extLst>
          </p:cNvPr>
          <p:cNvGraphicFramePr>
            <a:graphicFrameLocks noGrp="1"/>
          </p:cNvGraphicFramePr>
          <p:nvPr>
            <p:ph idx="1"/>
            <p:extLst>
              <p:ext uri="{D42A27DB-BD31-4B8C-83A1-F6EECF244321}">
                <p14:modId xmlns:p14="http://schemas.microsoft.com/office/powerpoint/2010/main" val="1200302681"/>
              </p:ext>
            </p:extLst>
          </p:nvPr>
        </p:nvGraphicFramePr>
        <p:xfrm>
          <a:off x="267286" y="1252026"/>
          <a:ext cx="11690252" cy="54019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5772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normAutofit/>
          </a:bodyPr>
          <a:lstStyle/>
          <a:p>
            <a:pPr algn="just"/>
            <a:r>
              <a:rPr lang="en-US" sz="4000" b="1" dirty="0"/>
              <a:t>DISCUSSION								3/6</a:t>
            </a:r>
            <a:endParaRPr lang="en-US" sz="4000" dirty="0"/>
          </a:p>
        </p:txBody>
      </p:sp>
      <p:graphicFrame>
        <p:nvGraphicFramePr>
          <p:cNvPr id="5" name="Content Placeholder 4">
            <a:extLst>
              <a:ext uri="{FF2B5EF4-FFF2-40B4-BE49-F238E27FC236}">
                <a16:creationId xmlns:a16="http://schemas.microsoft.com/office/drawing/2014/main" xmlns="" id="{154DA92D-B6C7-4809-8D51-215F50969D12}"/>
              </a:ext>
            </a:extLst>
          </p:cNvPr>
          <p:cNvGraphicFramePr>
            <a:graphicFrameLocks noGrp="1"/>
          </p:cNvGraphicFramePr>
          <p:nvPr>
            <p:ph idx="1"/>
            <p:extLst>
              <p:ext uri="{D42A27DB-BD31-4B8C-83A1-F6EECF244321}">
                <p14:modId xmlns:p14="http://schemas.microsoft.com/office/powerpoint/2010/main" val="684264217"/>
              </p:ext>
            </p:extLst>
          </p:nvPr>
        </p:nvGraphicFramePr>
        <p:xfrm>
          <a:off x="248193" y="1384664"/>
          <a:ext cx="11599817" cy="52251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955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9255"/>
          </a:xfrm>
        </p:spPr>
        <p:txBody>
          <a:bodyPr/>
          <a:lstStyle/>
          <a:p>
            <a:r>
              <a:rPr lang="en-US" b="1" dirty="0"/>
              <a:t>  </a:t>
            </a:r>
            <a:r>
              <a:rPr lang="en-US" sz="4000" b="1" dirty="0"/>
              <a:t>DISCUSSION							4/6</a:t>
            </a:r>
            <a:endParaRPr lang="en-US" sz="4000" dirty="0"/>
          </a:p>
        </p:txBody>
      </p:sp>
      <p:graphicFrame>
        <p:nvGraphicFramePr>
          <p:cNvPr id="4" name="Content Placeholder 3">
            <a:extLst>
              <a:ext uri="{FF2B5EF4-FFF2-40B4-BE49-F238E27FC236}">
                <a16:creationId xmlns:a16="http://schemas.microsoft.com/office/drawing/2014/main" xmlns="" id="{AC498DAC-47CD-48A5-BF22-76531F022B5E}"/>
              </a:ext>
            </a:extLst>
          </p:cNvPr>
          <p:cNvGraphicFramePr>
            <a:graphicFrameLocks noGrp="1"/>
          </p:cNvGraphicFramePr>
          <p:nvPr>
            <p:ph idx="1"/>
            <p:extLst>
              <p:ext uri="{D42A27DB-BD31-4B8C-83A1-F6EECF244321}">
                <p14:modId xmlns:p14="http://schemas.microsoft.com/office/powerpoint/2010/main" val="3997639138"/>
              </p:ext>
            </p:extLst>
          </p:nvPr>
        </p:nvGraphicFramePr>
        <p:xfrm>
          <a:off x="509451" y="1447252"/>
          <a:ext cx="10844349" cy="5045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6349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r>
              <a:rPr lang="en-US" b="1" dirty="0"/>
              <a:t>DISCUSSION								5/6</a:t>
            </a:r>
            <a:endParaRPr lang="en-US" dirty="0"/>
          </a:p>
        </p:txBody>
      </p:sp>
      <p:graphicFrame>
        <p:nvGraphicFramePr>
          <p:cNvPr id="4" name="Content Placeholder 3">
            <a:extLst>
              <a:ext uri="{FF2B5EF4-FFF2-40B4-BE49-F238E27FC236}">
                <a16:creationId xmlns:a16="http://schemas.microsoft.com/office/drawing/2014/main" xmlns="" id="{9C8336BF-8CD0-4E5C-BE04-FC6E4991538C}"/>
              </a:ext>
            </a:extLst>
          </p:cNvPr>
          <p:cNvGraphicFramePr>
            <a:graphicFrameLocks noGrp="1"/>
          </p:cNvGraphicFramePr>
          <p:nvPr>
            <p:ph idx="1"/>
            <p:extLst>
              <p:ext uri="{D42A27DB-BD31-4B8C-83A1-F6EECF244321}">
                <p14:modId xmlns:p14="http://schemas.microsoft.com/office/powerpoint/2010/main" val="1875313811"/>
              </p:ext>
            </p:extLst>
          </p:nvPr>
        </p:nvGraphicFramePr>
        <p:xfrm>
          <a:off x="267286" y="1227909"/>
          <a:ext cx="11535508" cy="5277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5421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DISCUSSION								6/6</a:t>
            </a:r>
            <a:endParaRPr lang="en-US" dirty="0"/>
          </a:p>
        </p:txBody>
      </p:sp>
      <p:graphicFrame>
        <p:nvGraphicFramePr>
          <p:cNvPr id="4" name="Content Placeholder 3">
            <a:extLst>
              <a:ext uri="{FF2B5EF4-FFF2-40B4-BE49-F238E27FC236}">
                <a16:creationId xmlns:a16="http://schemas.microsoft.com/office/drawing/2014/main" xmlns="" id="{A8231B84-FFE8-43EA-987A-49FA993BDE2F}"/>
              </a:ext>
            </a:extLst>
          </p:cNvPr>
          <p:cNvGraphicFramePr>
            <a:graphicFrameLocks noGrp="1"/>
          </p:cNvGraphicFramePr>
          <p:nvPr>
            <p:ph idx="1"/>
            <p:extLst>
              <p:ext uri="{D42A27DB-BD31-4B8C-83A1-F6EECF244321}">
                <p14:modId xmlns:p14="http://schemas.microsoft.com/office/powerpoint/2010/main" val="4174937376"/>
              </p:ext>
            </p:extLst>
          </p:nvPr>
        </p:nvGraphicFramePr>
        <p:xfrm>
          <a:off x="450166" y="1463040"/>
          <a:ext cx="11422966"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4418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GB" b="1" dirty="0"/>
              <a:t>STUDY LIMITATION</a:t>
            </a:r>
            <a:endParaRPr lang="en-US" dirty="0"/>
          </a:p>
        </p:txBody>
      </p:sp>
      <p:graphicFrame>
        <p:nvGraphicFramePr>
          <p:cNvPr id="4" name="Content Placeholder 3">
            <a:extLst>
              <a:ext uri="{FF2B5EF4-FFF2-40B4-BE49-F238E27FC236}">
                <a16:creationId xmlns:a16="http://schemas.microsoft.com/office/drawing/2014/main" xmlns="" id="{659E9A52-DCB1-4699-9102-3A3AA5625089}"/>
              </a:ext>
            </a:extLst>
          </p:cNvPr>
          <p:cNvGraphicFramePr>
            <a:graphicFrameLocks noGrp="1"/>
          </p:cNvGraphicFramePr>
          <p:nvPr>
            <p:ph idx="1"/>
            <p:extLst>
              <p:ext uri="{D42A27DB-BD31-4B8C-83A1-F6EECF244321}">
                <p14:modId xmlns:p14="http://schemas.microsoft.com/office/powerpoint/2010/main" val="7871259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5058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r>
              <a:rPr lang="en-US" b="1" dirty="0"/>
              <a:t>RECOMMENDATIONS</a:t>
            </a:r>
            <a:endParaRPr lang="en-US" dirty="0"/>
          </a:p>
        </p:txBody>
      </p:sp>
      <p:graphicFrame>
        <p:nvGraphicFramePr>
          <p:cNvPr id="4" name="Content Placeholder 3">
            <a:extLst>
              <a:ext uri="{FF2B5EF4-FFF2-40B4-BE49-F238E27FC236}">
                <a16:creationId xmlns:a16="http://schemas.microsoft.com/office/drawing/2014/main" xmlns="" id="{3705B843-E655-4B3F-BA04-F80F3FC7E672}"/>
              </a:ext>
            </a:extLst>
          </p:cNvPr>
          <p:cNvGraphicFramePr>
            <a:graphicFrameLocks noGrp="1"/>
          </p:cNvGraphicFramePr>
          <p:nvPr>
            <p:ph idx="1"/>
            <p:extLst>
              <p:ext uri="{D42A27DB-BD31-4B8C-83A1-F6EECF244321}">
                <p14:modId xmlns:p14="http://schemas.microsoft.com/office/powerpoint/2010/main" val="36934613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0487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8725"/>
          </a:xfrm>
        </p:spPr>
        <p:txBody>
          <a:bodyPr/>
          <a:lstStyle/>
          <a:p>
            <a:pPr algn="ctr"/>
            <a:r>
              <a:rPr lang="en-GB" dirty="0"/>
              <a:t>  </a:t>
            </a:r>
            <a:r>
              <a:rPr lang="en-GB" b="1" dirty="0"/>
              <a:t>CONCLUSION</a:t>
            </a:r>
            <a:endParaRPr lang="en-US" b="1" dirty="0"/>
          </a:p>
        </p:txBody>
      </p:sp>
      <p:graphicFrame>
        <p:nvGraphicFramePr>
          <p:cNvPr id="5" name="Content Placeholder 4">
            <a:extLst>
              <a:ext uri="{FF2B5EF4-FFF2-40B4-BE49-F238E27FC236}">
                <a16:creationId xmlns:a16="http://schemas.microsoft.com/office/drawing/2014/main" xmlns="" id="{1B2611C9-13D5-486A-B8B2-6D40D6E5C8FE}"/>
              </a:ext>
            </a:extLst>
          </p:cNvPr>
          <p:cNvGraphicFramePr>
            <a:graphicFrameLocks noGrp="1"/>
          </p:cNvGraphicFramePr>
          <p:nvPr>
            <p:ph idx="1"/>
            <p:extLst>
              <p:ext uri="{D42A27DB-BD31-4B8C-83A1-F6EECF244321}">
                <p14:modId xmlns:p14="http://schemas.microsoft.com/office/powerpoint/2010/main" val="2823922174"/>
              </p:ext>
            </p:extLst>
          </p:nvPr>
        </p:nvGraphicFramePr>
        <p:xfrm>
          <a:off x="702128" y="1203850"/>
          <a:ext cx="10963003" cy="5458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9953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1E06D3-98D2-4134-A2B5-7A90750ABFFD}"/>
              </a:ext>
            </a:extLst>
          </p:cNvPr>
          <p:cNvSpPr>
            <a:spLocks noGrp="1"/>
          </p:cNvSpPr>
          <p:nvPr>
            <p:ph type="title"/>
          </p:nvPr>
        </p:nvSpPr>
        <p:spPr>
          <a:xfrm>
            <a:off x="838200" y="365125"/>
            <a:ext cx="10515600" cy="1022921"/>
          </a:xfrm>
        </p:spPr>
        <p:txBody>
          <a:bodyPr/>
          <a:lstStyle/>
          <a:p>
            <a:r>
              <a:rPr lang="en-US" dirty="0"/>
              <a:t>Acknowledgment</a:t>
            </a:r>
          </a:p>
        </p:txBody>
      </p:sp>
      <p:graphicFrame>
        <p:nvGraphicFramePr>
          <p:cNvPr id="4" name="Content Placeholder 3">
            <a:extLst>
              <a:ext uri="{FF2B5EF4-FFF2-40B4-BE49-F238E27FC236}">
                <a16:creationId xmlns:a16="http://schemas.microsoft.com/office/drawing/2014/main" xmlns="" id="{CCD59B3C-3A76-4A70-B90D-77E309583B6C}"/>
              </a:ext>
            </a:extLst>
          </p:cNvPr>
          <p:cNvGraphicFramePr>
            <a:graphicFrameLocks noGrp="1"/>
          </p:cNvGraphicFramePr>
          <p:nvPr>
            <p:ph idx="1"/>
            <p:extLst>
              <p:ext uri="{D42A27DB-BD31-4B8C-83A1-F6EECF244321}">
                <p14:modId xmlns:p14="http://schemas.microsoft.com/office/powerpoint/2010/main" val="4294604471"/>
              </p:ext>
            </p:extLst>
          </p:nvPr>
        </p:nvGraphicFramePr>
        <p:xfrm>
          <a:off x="838200" y="1388046"/>
          <a:ext cx="10515600" cy="47889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7597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86" y="1804741"/>
            <a:ext cx="5089793" cy="3046988"/>
          </a:xfrm>
          <a:prstGeom prst="rect">
            <a:avLst/>
          </a:prstGeom>
          <a:noFill/>
        </p:spPr>
        <p:txBody>
          <a:bodyPr wrap="square" lIns="91440" tIns="45720" rIns="91440" bIns="45720">
            <a:spAutoFit/>
          </a:bodyPr>
          <a:lstStyle/>
          <a:p>
            <a:pPr algn="ctr"/>
            <a:r>
              <a:rPr lang="en-US" sz="96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1310028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17081</TotalTime>
  <Words>1735</Words>
  <Application>Microsoft Office PowerPoint</Application>
  <PresentationFormat>Widescreen</PresentationFormat>
  <Paragraphs>186</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Algerian</vt:lpstr>
      <vt:lpstr>Arial</vt:lpstr>
      <vt:lpstr>Bradley Hand ITC</vt:lpstr>
      <vt:lpstr>Calibri</vt:lpstr>
      <vt:lpstr>Calibri Light</vt:lpstr>
      <vt:lpstr>Cambria</vt:lpstr>
      <vt:lpstr>Times New Roman</vt:lpstr>
      <vt:lpstr>Office Theme</vt:lpstr>
      <vt:lpstr>PowerPoint Presentation</vt:lpstr>
      <vt:lpstr>OUTLINE</vt:lpstr>
      <vt:lpstr>                       INTRODUCTION                           1/4 </vt:lpstr>
      <vt:lpstr>   INTRODUCTION      2/4</vt:lpstr>
      <vt:lpstr>INTRODUCTION 3/4</vt:lpstr>
      <vt:lpstr>INTRODUCTION 4/4</vt:lpstr>
      <vt:lpstr>OBJECTIVES</vt:lpstr>
      <vt:lpstr>MATERIALS AND METHODS 1/3</vt:lpstr>
      <vt:lpstr>MATERIALS AND METHODS 2/3</vt:lpstr>
      <vt:lpstr>MATERIALS AND METHODS  3/3</vt:lpstr>
      <vt:lpstr>RESULTS        1/5</vt:lpstr>
      <vt:lpstr> RESULTS        2/5</vt:lpstr>
      <vt:lpstr> RESULTS        3/5</vt:lpstr>
      <vt:lpstr> RESULTS        4/5</vt:lpstr>
      <vt:lpstr> RESULTS       5/5</vt:lpstr>
      <vt:lpstr>   DISCUSSION        1/6        </vt:lpstr>
      <vt:lpstr> DISCUSSION        2/6      </vt:lpstr>
      <vt:lpstr>DISCUSSION        3/6</vt:lpstr>
      <vt:lpstr>  DISCUSSION       4/6</vt:lpstr>
      <vt:lpstr>DISCUSSION        5/6</vt:lpstr>
      <vt:lpstr>DISCUSSION        6/6</vt:lpstr>
      <vt:lpstr>STUDY LIMITATION</vt:lpstr>
      <vt:lpstr>RECOMMENDATIONS</vt:lpstr>
      <vt:lpstr>  CONCLUSION</vt:lpstr>
      <vt:lpstr>Acknowledgment</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NII OBODAI MENSAH</cp:lastModifiedBy>
  <cp:revision>69</cp:revision>
  <cp:lastPrinted>2021-09-06T14:59:58Z</cp:lastPrinted>
  <dcterms:created xsi:type="dcterms:W3CDTF">2021-04-20T19:12:25Z</dcterms:created>
  <dcterms:modified xsi:type="dcterms:W3CDTF">2026-01-23T14:23:00Z</dcterms:modified>
</cp:coreProperties>
</file>